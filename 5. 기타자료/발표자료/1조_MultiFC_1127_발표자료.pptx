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notesMasterIdLst>
    <p:notesMasterId r:id="rId2"/>
  </p:notesMasterIdLst>
  <p:sldIdLst>
    <p:sldId id="286" r:id="rId3"/>
    <p:sldId id="257" r:id="rId4"/>
    <p:sldId id="292" r:id="rId5"/>
    <p:sldId id="299" r:id="rId6"/>
    <p:sldId id="300" r:id="rId7"/>
    <p:sldId id="301" r:id="rId8"/>
    <p:sldId id="306" r:id="rId9"/>
    <p:sldId id="309" r:id="rId10"/>
    <p:sldId id="302" r:id="rId11"/>
    <p:sldId id="307" r:id="rId12"/>
    <p:sldId id="303" r:id="rId13"/>
    <p:sldId id="304" r:id="rId14"/>
    <p:sldId id="305" r:id="rId15"/>
    <p:sldId id="308" r:id="rId16"/>
    <p:sldId id="310" r:id="rId17"/>
    <p:sldId id="290" r:id="rId18"/>
    <p:sldId id="291" r:id="rId19"/>
    <p:sldId id="256" r:id="rId20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3607" autoAdjust="0"/>
    <p:restoredTop sz="94327" autoAdjust="0"/>
  </p:normalViewPr>
  <p:slideViewPr>
    <p:cSldViewPr>
      <p:cViewPr>
        <p:scale>
          <a:sx n="40" d="100"/>
          <a:sy n="40" d="100"/>
        </p:scale>
        <p:origin x="-1092" y="-90"/>
      </p:cViewPr>
      <p:guideLst>
        <p:guide orient="horz" pos="3239"/>
        <p:guide pos="574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presProps" Target="presProps.xml"  /><Relationship Id="rId22" Type="http://schemas.openxmlformats.org/officeDocument/2006/relationships/viewProps" Target="viewProps.xml"  /><Relationship Id="rId23" Type="http://schemas.openxmlformats.org/officeDocument/2006/relationships/theme" Target="theme/theme1.xml"  /><Relationship Id="rId24" Type="http://schemas.openxmlformats.org/officeDocument/2006/relationships/tableStyles" Target="tableStyles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말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2025-11-27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976813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10.xml"  /><Relationship Id="rId2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slide" Target="../slides/slide11.xml"  /><Relationship Id="rId2" Type="http://schemas.openxmlformats.org/officeDocument/2006/relationships/notesMaster" Target="../notesMasters/notesMaster1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slide" Target="../slides/slide12.xml"  /><Relationship Id="rId2" Type="http://schemas.openxmlformats.org/officeDocument/2006/relationships/notesMaster" Target="../notesMasters/notesMaster1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3.xml"  /><Relationship Id="rId2" Type="http://schemas.openxmlformats.org/officeDocument/2006/relationships/notesMaster" Target="../notesMasters/notesMaster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slide" Target="../slides/slide14.xml"  /><Relationship Id="rId2" Type="http://schemas.openxmlformats.org/officeDocument/2006/relationships/notesMaster" Target="../notesMasters/notesMaster1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slide" Target="../slides/slide15.xml"  /><Relationship Id="rId2" Type="http://schemas.openxmlformats.org/officeDocument/2006/relationships/notesMaster" Target="../notesMasters/notesMaster1.xml"  /></Relationships>
</file>

<file path=ppt/notesSlides/_rels/notesSlide14.xml.rels><?xml version="1.0" encoding="UTF-8" standalone="yes" ?><Relationships xmlns="http://schemas.openxmlformats.org/package/2006/relationships"><Relationship Id="rId1" Type="http://schemas.openxmlformats.org/officeDocument/2006/relationships/slide" Target="../slides/slide17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9751222"/>
      </p:ext>
    </p:extLst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1997527"/>
      </p:ext>
    </p:extLst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1711850"/>
      </p:ext>
    </p:extLst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5896424"/>
      </p:ext>
    </p:extLst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2827318"/>
      </p:ext>
    </p:extLst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4708542"/>
      </p:ext>
    </p:extLst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4073739"/>
      </p:ext>
    </p:extLst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6667091"/>
      </p:ext>
    </p:extLst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5356162"/>
      </p:ext>
    </p:extLst>
  </p:cSld>
  <p:clrMapOvr>
    <a:masterClrMapping/>
  </p:clrMapOvr>
</p:notes>
</file>

<file path=ppt/notesSlides/notesSlide1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335272"/>
      </p:ext>
    </p:extLst>
  </p:cSld>
  <p:clrMapOvr>
    <a:masterClrMapping/>
  </p:clrMapOvr>
</p:notes>
</file>

<file path=ppt/notesSlides/notesSlide1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7112828"/>
      </p:ext>
    </p:extLst>
  </p:cSld>
  <p:clrMapOvr>
    <a:masterClrMapping/>
  </p:clrMapOvr>
</p:notes>
</file>

<file path=ppt/notesSlides/notesSlide1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161512"/>
      </p:ext>
    </p:extLst>
  </p:cSld>
  <p:clrMapOvr>
    <a:masterClrMapping/>
  </p:clrMapOvr>
</p:notes>
</file>

<file path=ppt/notesSlides/notesSlide1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7066289"/>
      </p:ext>
    </p:extLst>
  </p:cSld>
  <p:clrMapOvr>
    <a:masterClrMapping/>
  </p:clrMapOvr>
</p:notes>
</file>

<file path=ppt/notesSlides/notesSlide1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2600931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9.png"  /><Relationship Id="rId11" Type="http://schemas.openxmlformats.org/officeDocument/2006/relationships/image" Target="../media/image10.png"  /><Relationship Id="rId12" Type="http://schemas.openxmlformats.org/officeDocument/2006/relationships/image" Target="../media/image11.png"  /><Relationship Id="rId13" Type="http://schemas.openxmlformats.org/officeDocument/2006/relationships/image" Target="../media/image8.png"  /><Relationship Id="rId14" Type="http://schemas.openxmlformats.org/officeDocument/2006/relationships/image" Target="../media/image10.png"  /><Relationship Id="rId15" Type="http://schemas.openxmlformats.org/officeDocument/2006/relationships/image" Target="../media/image9.png"  /><Relationship Id="rId16" Type="http://schemas.openxmlformats.org/officeDocument/2006/relationships/image" Target="../media/image11.png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Relationship Id="rId6" Type="http://schemas.openxmlformats.org/officeDocument/2006/relationships/image" Target="../media/image5.png"  /><Relationship Id="rId7" Type="http://schemas.openxmlformats.org/officeDocument/2006/relationships/image" Target="../media/image6.png"  /><Relationship Id="rId8" Type="http://schemas.openxmlformats.org/officeDocument/2006/relationships/image" Target="../media/image7.png"  /><Relationship Id="rId9" Type="http://schemas.openxmlformats.org/officeDocument/2006/relationships/image" Target="../media/image8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12.png"  /><Relationship Id="rId6" Type="http://schemas.openxmlformats.org/officeDocument/2006/relationships/image" Target="../media/image13.png"  /><Relationship Id="rId7" Type="http://schemas.openxmlformats.org/officeDocument/2006/relationships/image" Target="../media/image14.png"  /><Relationship Id="rId8" Type="http://schemas.openxmlformats.org/officeDocument/2006/relationships/image" Target="../media/image15.png"  /><Relationship Id="rId9" Type="http://schemas.openxmlformats.org/officeDocument/2006/relationships/image" Target="../media/image16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10" Type="http://schemas.openxmlformats.org/officeDocument/2006/relationships/image" Target="../media/image20.png"  /><Relationship Id="rId11" Type="http://schemas.openxmlformats.org/officeDocument/2006/relationships/image" Target="../media/image21.png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17.png"  /><Relationship Id="rId4" Type="http://schemas.openxmlformats.org/officeDocument/2006/relationships/image" Target="../media/image17.png"  /><Relationship Id="rId5" Type="http://schemas.openxmlformats.org/officeDocument/2006/relationships/image" Target="../media/image18.png"  /><Relationship Id="rId6" Type="http://schemas.openxmlformats.org/officeDocument/2006/relationships/image" Target="../media/image4.png"  /><Relationship Id="rId7" Type="http://schemas.openxmlformats.org/officeDocument/2006/relationships/image" Target="../media/image5.png"  /><Relationship Id="rId8" Type="http://schemas.openxmlformats.org/officeDocument/2006/relationships/image" Target="../media/image6.png"  /><Relationship Id="rId9" Type="http://schemas.openxmlformats.org/officeDocument/2006/relationships/image" Target="../media/image19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10" Type="http://schemas.openxmlformats.org/officeDocument/2006/relationships/image" Target="../media/image20.png"  /><Relationship Id="rId11" Type="http://schemas.openxmlformats.org/officeDocument/2006/relationships/image" Target="../media/image22.png"  /><Relationship Id="rId12" Type="http://schemas.openxmlformats.org/officeDocument/2006/relationships/image" Target="../media/image23.png"  /><Relationship Id="rId13" Type="http://schemas.openxmlformats.org/officeDocument/2006/relationships/image" Target="../media/image20.png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17.png"  /><Relationship Id="rId4" Type="http://schemas.openxmlformats.org/officeDocument/2006/relationships/image" Target="../media/image17.png"  /><Relationship Id="rId5" Type="http://schemas.openxmlformats.org/officeDocument/2006/relationships/image" Target="../media/image18.png"  /><Relationship Id="rId6" Type="http://schemas.openxmlformats.org/officeDocument/2006/relationships/image" Target="../media/image4.png"  /><Relationship Id="rId7" Type="http://schemas.openxmlformats.org/officeDocument/2006/relationships/image" Target="../media/image5.png"  /><Relationship Id="rId8" Type="http://schemas.openxmlformats.org/officeDocument/2006/relationships/image" Target="../media/image6.png"  /><Relationship Id="rId9" Type="http://schemas.openxmlformats.org/officeDocument/2006/relationships/image" Target="../media/image19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10" Type="http://schemas.openxmlformats.org/officeDocument/2006/relationships/image" Target="../media/image20.png"  /><Relationship Id="rId11" Type="http://schemas.openxmlformats.org/officeDocument/2006/relationships/image" Target="../media/image20.png"  /><Relationship Id="rId12" Type="http://schemas.openxmlformats.org/officeDocument/2006/relationships/image" Target="../media/image24.png"  /><Relationship Id="rId13" Type="http://schemas.openxmlformats.org/officeDocument/2006/relationships/image" Target="../media/image25.png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17.png"  /><Relationship Id="rId4" Type="http://schemas.openxmlformats.org/officeDocument/2006/relationships/image" Target="../media/image17.png"  /><Relationship Id="rId5" Type="http://schemas.openxmlformats.org/officeDocument/2006/relationships/image" Target="../media/image18.png"  /><Relationship Id="rId6" Type="http://schemas.openxmlformats.org/officeDocument/2006/relationships/image" Target="../media/image4.png"  /><Relationship Id="rId7" Type="http://schemas.openxmlformats.org/officeDocument/2006/relationships/image" Target="../media/image5.png"  /><Relationship Id="rId8" Type="http://schemas.openxmlformats.org/officeDocument/2006/relationships/image" Target="../media/image6.png"  /><Relationship Id="rId9" Type="http://schemas.openxmlformats.org/officeDocument/2006/relationships/image" Target="../media/image19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10" Type="http://schemas.openxmlformats.org/officeDocument/2006/relationships/image" Target="../media/image20.png"  /><Relationship Id="rId11" Type="http://schemas.openxmlformats.org/officeDocument/2006/relationships/image" Target="../media/image20.png"  /><Relationship Id="rId12" Type="http://schemas.openxmlformats.org/officeDocument/2006/relationships/image" Target="../media/image26.png"  /><Relationship Id="rId13" Type="http://schemas.openxmlformats.org/officeDocument/2006/relationships/image" Target="../media/image27.png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17.png"  /><Relationship Id="rId4" Type="http://schemas.openxmlformats.org/officeDocument/2006/relationships/image" Target="../media/image17.png"  /><Relationship Id="rId5" Type="http://schemas.openxmlformats.org/officeDocument/2006/relationships/image" Target="../media/image18.png"  /><Relationship Id="rId6" Type="http://schemas.openxmlformats.org/officeDocument/2006/relationships/image" Target="../media/image4.png"  /><Relationship Id="rId7" Type="http://schemas.openxmlformats.org/officeDocument/2006/relationships/image" Target="../media/image5.png"  /><Relationship Id="rId8" Type="http://schemas.openxmlformats.org/officeDocument/2006/relationships/image" Target="../media/image6.png"  /><Relationship Id="rId9" Type="http://schemas.openxmlformats.org/officeDocument/2006/relationships/image" Target="../media/image19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10" Type="http://schemas.openxmlformats.org/officeDocument/2006/relationships/image" Target="../media/image20.png"  /><Relationship Id="rId11" Type="http://schemas.openxmlformats.org/officeDocument/2006/relationships/image" Target="../media/image20.png"  /><Relationship Id="rId12" Type="http://schemas.openxmlformats.org/officeDocument/2006/relationships/image" Target="../media/image28.png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17.png"  /><Relationship Id="rId4" Type="http://schemas.openxmlformats.org/officeDocument/2006/relationships/image" Target="../media/image17.png"  /><Relationship Id="rId5" Type="http://schemas.openxmlformats.org/officeDocument/2006/relationships/image" Target="../media/image18.png"  /><Relationship Id="rId6" Type="http://schemas.openxmlformats.org/officeDocument/2006/relationships/image" Target="../media/image4.png"  /><Relationship Id="rId7" Type="http://schemas.openxmlformats.org/officeDocument/2006/relationships/image" Target="../media/image5.png"  /><Relationship Id="rId8" Type="http://schemas.openxmlformats.org/officeDocument/2006/relationships/image" Target="../media/image6.png"  /><Relationship Id="rId9" Type="http://schemas.openxmlformats.org/officeDocument/2006/relationships/image" Target="../media/image19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10" Type="http://schemas.openxmlformats.org/officeDocument/2006/relationships/image" Target="../media/image20.png"  /><Relationship Id="rId11" Type="http://schemas.openxmlformats.org/officeDocument/2006/relationships/image" Target="../media/image20.png"  /><Relationship Id="rId12" Type="http://schemas.openxmlformats.org/officeDocument/2006/relationships/image" Target="../media/image29.png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17.png"  /><Relationship Id="rId4" Type="http://schemas.openxmlformats.org/officeDocument/2006/relationships/image" Target="../media/image17.png"  /><Relationship Id="rId5" Type="http://schemas.openxmlformats.org/officeDocument/2006/relationships/image" Target="../media/image18.png"  /><Relationship Id="rId6" Type="http://schemas.openxmlformats.org/officeDocument/2006/relationships/image" Target="../media/image4.png"  /><Relationship Id="rId7" Type="http://schemas.openxmlformats.org/officeDocument/2006/relationships/image" Target="../media/image5.png"  /><Relationship Id="rId8" Type="http://schemas.openxmlformats.org/officeDocument/2006/relationships/image" Target="../media/image6.png"  /><Relationship Id="rId9" Type="http://schemas.openxmlformats.org/officeDocument/2006/relationships/image" Target="../media/image19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.xml"  /><Relationship Id="rId10" Type="http://schemas.openxmlformats.org/officeDocument/2006/relationships/image" Target="../media/image20.png"  /><Relationship Id="rId11" Type="http://schemas.openxmlformats.org/officeDocument/2006/relationships/image" Target="../media/image30.png"  /><Relationship Id="rId12" Type="http://schemas.openxmlformats.org/officeDocument/2006/relationships/image" Target="../media/image20.png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17.png"  /><Relationship Id="rId4" Type="http://schemas.openxmlformats.org/officeDocument/2006/relationships/image" Target="../media/image17.png"  /><Relationship Id="rId5" Type="http://schemas.openxmlformats.org/officeDocument/2006/relationships/image" Target="../media/image18.png"  /><Relationship Id="rId6" Type="http://schemas.openxmlformats.org/officeDocument/2006/relationships/image" Target="../media/image4.png"  /><Relationship Id="rId7" Type="http://schemas.openxmlformats.org/officeDocument/2006/relationships/image" Target="../media/image5.png"  /><Relationship Id="rId8" Type="http://schemas.openxmlformats.org/officeDocument/2006/relationships/image" Target="../media/image6.png"  /><Relationship Id="rId9" Type="http://schemas.openxmlformats.org/officeDocument/2006/relationships/image" Target="../media/image19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8.xml"  /><Relationship Id="rId10" Type="http://schemas.openxmlformats.org/officeDocument/2006/relationships/image" Target="../media/image20.png"  /><Relationship Id="rId11" Type="http://schemas.openxmlformats.org/officeDocument/2006/relationships/image" Target="../media/image31.png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17.png"  /><Relationship Id="rId4" Type="http://schemas.openxmlformats.org/officeDocument/2006/relationships/image" Target="../media/image17.png"  /><Relationship Id="rId5" Type="http://schemas.openxmlformats.org/officeDocument/2006/relationships/image" Target="../media/image18.png"  /><Relationship Id="rId6" Type="http://schemas.openxmlformats.org/officeDocument/2006/relationships/image" Target="../media/image4.png"  /><Relationship Id="rId7" Type="http://schemas.openxmlformats.org/officeDocument/2006/relationships/image" Target="../media/image5.png"  /><Relationship Id="rId8" Type="http://schemas.openxmlformats.org/officeDocument/2006/relationships/image" Target="../media/image6.png"  /><Relationship Id="rId9" Type="http://schemas.openxmlformats.org/officeDocument/2006/relationships/image" Target="../media/image19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9.xml"  /><Relationship Id="rId10" Type="http://schemas.openxmlformats.org/officeDocument/2006/relationships/image" Target="../media/image20.png"  /><Relationship Id="rId11" Type="http://schemas.openxmlformats.org/officeDocument/2006/relationships/image" Target="../media/image32.png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17.png"  /><Relationship Id="rId4" Type="http://schemas.openxmlformats.org/officeDocument/2006/relationships/image" Target="../media/image17.png"  /><Relationship Id="rId5" Type="http://schemas.openxmlformats.org/officeDocument/2006/relationships/image" Target="../media/image18.png"  /><Relationship Id="rId6" Type="http://schemas.openxmlformats.org/officeDocument/2006/relationships/image" Target="../media/image4.png"  /><Relationship Id="rId7" Type="http://schemas.openxmlformats.org/officeDocument/2006/relationships/image" Target="../media/image5.png"  /><Relationship Id="rId8" Type="http://schemas.openxmlformats.org/officeDocument/2006/relationships/image" Target="../media/image6.png"  /><Relationship Id="rId9" Type="http://schemas.openxmlformats.org/officeDocument/2006/relationships/image" Target="../media/image19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0.xml"  /><Relationship Id="rId10" Type="http://schemas.openxmlformats.org/officeDocument/2006/relationships/image" Target="../media/image20.png"  /><Relationship Id="rId11" Type="http://schemas.openxmlformats.org/officeDocument/2006/relationships/image" Target="../media/image33.png"  /><Relationship Id="rId12" Type="http://schemas.openxmlformats.org/officeDocument/2006/relationships/image" Target="../media/image34.png"  /><Relationship Id="rId13" Type="http://schemas.openxmlformats.org/officeDocument/2006/relationships/image" Target="../media/image35.png"  /><Relationship Id="rId14" Type="http://schemas.openxmlformats.org/officeDocument/2006/relationships/image" Target="../media/image36.png"  /><Relationship Id="rId15" Type="http://schemas.openxmlformats.org/officeDocument/2006/relationships/image" Target="../media/image20.png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17.png"  /><Relationship Id="rId4" Type="http://schemas.openxmlformats.org/officeDocument/2006/relationships/image" Target="../media/image17.png"  /><Relationship Id="rId5" Type="http://schemas.openxmlformats.org/officeDocument/2006/relationships/image" Target="../media/image18.png"  /><Relationship Id="rId6" Type="http://schemas.openxmlformats.org/officeDocument/2006/relationships/image" Target="../media/image4.png"  /><Relationship Id="rId7" Type="http://schemas.openxmlformats.org/officeDocument/2006/relationships/image" Target="../media/image5.png"  /><Relationship Id="rId8" Type="http://schemas.openxmlformats.org/officeDocument/2006/relationships/image" Target="../media/image6.png"  /><Relationship Id="rId9" Type="http://schemas.openxmlformats.org/officeDocument/2006/relationships/image" Target="../media/image19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1.xml"  /><Relationship Id="rId10" Type="http://schemas.openxmlformats.org/officeDocument/2006/relationships/image" Target="../media/image20.png"  /><Relationship Id="rId11" Type="http://schemas.openxmlformats.org/officeDocument/2006/relationships/image" Target="../media/image20.png"  /><Relationship Id="rId12" Type="http://schemas.openxmlformats.org/officeDocument/2006/relationships/image" Target="../media/image37.png"  /><Relationship Id="rId13" Type="http://schemas.openxmlformats.org/officeDocument/2006/relationships/image" Target="../media/image38.png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17.png"  /><Relationship Id="rId4" Type="http://schemas.openxmlformats.org/officeDocument/2006/relationships/image" Target="../media/image17.png"  /><Relationship Id="rId5" Type="http://schemas.openxmlformats.org/officeDocument/2006/relationships/image" Target="../media/image18.png"  /><Relationship Id="rId6" Type="http://schemas.openxmlformats.org/officeDocument/2006/relationships/image" Target="../media/image4.png"  /><Relationship Id="rId7" Type="http://schemas.openxmlformats.org/officeDocument/2006/relationships/image" Target="../media/image5.png"  /><Relationship Id="rId8" Type="http://schemas.openxmlformats.org/officeDocument/2006/relationships/image" Target="../media/image6.png"  /><Relationship Id="rId9" Type="http://schemas.openxmlformats.org/officeDocument/2006/relationships/image" Target="../media/image19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2.xml"  /><Relationship Id="rId10" Type="http://schemas.openxmlformats.org/officeDocument/2006/relationships/image" Target="../media/image20.png"  /><Relationship Id="rId11" Type="http://schemas.openxmlformats.org/officeDocument/2006/relationships/image" Target="../media/image20.png"  /><Relationship Id="rId12" Type="http://schemas.openxmlformats.org/officeDocument/2006/relationships/image" Target="../media/image39.png"  /><Relationship Id="rId13" Type="http://schemas.openxmlformats.org/officeDocument/2006/relationships/image" Target="../media/image40.png"  /><Relationship Id="rId14" Type="http://schemas.openxmlformats.org/officeDocument/2006/relationships/image" Target="../media/image41.png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17.png"  /><Relationship Id="rId4" Type="http://schemas.openxmlformats.org/officeDocument/2006/relationships/image" Target="../media/image17.png"  /><Relationship Id="rId5" Type="http://schemas.openxmlformats.org/officeDocument/2006/relationships/image" Target="../media/image18.png"  /><Relationship Id="rId6" Type="http://schemas.openxmlformats.org/officeDocument/2006/relationships/image" Target="../media/image4.png"  /><Relationship Id="rId7" Type="http://schemas.openxmlformats.org/officeDocument/2006/relationships/image" Target="../media/image5.png"  /><Relationship Id="rId8" Type="http://schemas.openxmlformats.org/officeDocument/2006/relationships/image" Target="../media/image6.png"  /><Relationship Id="rId9" Type="http://schemas.openxmlformats.org/officeDocument/2006/relationships/image" Target="../media/image19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3.xml"  /><Relationship Id="rId10" Type="http://schemas.openxmlformats.org/officeDocument/2006/relationships/image" Target="../media/image20.png"  /><Relationship Id="rId11" Type="http://schemas.openxmlformats.org/officeDocument/2006/relationships/image" Target="../media/image20.png"  /><Relationship Id="rId12" Type="http://schemas.openxmlformats.org/officeDocument/2006/relationships/image" Target="../media/image42.png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17.png"  /><Relationship Id="rId4" Type="http://schemas.openxmlformats.org/officeDocument/2006/relationships/image" Target="../media/image17.png"  /><Relationship Id="rId5" Type="http://schemas.openxmlformats.org/officeDocument/2006/relationships/image" Target="../media/image18.png"  /><Relationship Id="rId6" Type="http://schemas.openxmlformats.org/officeDocument/2006/relationships/image" Target="../media/image4.png"  /><Relationship Id="rId7" Type="http://schemas.openxmlformats.org/officeDocument/2006/relationships/image" Target="../media/image5.png"  /><Relationship Id="rId8" Type="http://schemas.openxmlformats.org/officeDocument/2006/relationships/image" Target="../media/image6.png"  /><Relationship Id="rId9" Type="http://schemas.openxmlformats.org/officeDocument/2006/relationships/image" Target="../media/image19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Relationship Id="rId6" Type="http://schemas.openxmlformats.org/officeDocument/2006/relationships/image" Target="../media/image5.png"  /><Relationship Id="rId7" Type="http://schemas.openxmlformats.org/officeDocument/2006/relationships/image" Target="../media/image6.png"  /><Relationship Id="rId8" Type="http://schemas.openxmlformats.org/officeDocument/2006/relationships/image" Target="../media/image7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4.xml"  /><Relationship Id="rId10" Type="http://schemas.openxmlformats.org/officeDocument/2006/relationships/image" Target="../media/image43.png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1.png"  /><Relationship Id="rId4" Type="http://schemas.openxmlformats.org/officeDocument/2006/relationships/image" Target="../media/image2.png"  /><Relationship Id="rId5" Type="http://schemas.openxmlformats.org/officeDocument/2006/relationships/image" Target="../media/image3.png"  /><Relationship Id="rId6" Type="http://schemas.openxmlformats.org/officeDocument/2006/relationships/image" Target="../media/image4.png"  /><Relationship Id="rId7" Type="http://schemas.openxmlformats.org/officeDocument/2006/relationships/image" Target="../media/image5.png"  /><Relationship Id="rId8" Type="http://schemas.openxmlformats.org/officeDocument/2006/relationships/image" Target="../media/image6.png"  /><Relationship Id="rId9" Type="http://schemas.openxmlformats.org/officeDocument/2006/relationships/image" Target="../media/image7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52.png"  /><Relationship Id="rId11" Type="http://schemas.openxmlformats.org/officeDocument/2006/relationships/image" Target="../media/image53.png"  /><Relationship Id="rId12" Type="http://schemas.openxmlformats.org/officeDocument/2006/relationships/image" Target="../media/image50.png"  /><Relationship Id="rId13" Type="http://schemas.openxmlformats.org/officeDocument/2006/relationships/image" Target="../media/image52.png"  /><Relationship Id="rId14" Type="http://schemas.openxmlformats.org/officeDocument/2006/relationships/image" Target="../media/image51.png"  /><Relationship Id="rId15" Type="http://schemas.openxmlformats.org/officeDocument/2006/relationships/image" Target="../media/image53.png"  /><Relationship Id="rId2" Type="http://schemas.openxmlformats.org/officeDocument/2006/relationships/image" Target="../media/image44.png"  /><Relationship Id="rId3" Type="http://schemas.openxmlformats.org/officeDocument/2006/relationships/image" Target="../media/image45.png"  /><Relationship Id="rId4" Type="http://schemas.openxmlformats.org/officeDocument/2006/relationships/image" Target="../media/image46.png"  /><Relationship Id="rId5" Type="http://schemas.openxmlformats.org/officeDocument/2006/relationships/image" Target="../media/image47.png"  /><Relationship Id="rId6" Type="http://schemas.openxmlformats.org/officeDocument/2006/relationships/image" Target="../media/image48.png"  /><Relationship Id="rId7" Type="http://schemas.openxmlformats.org/officeDocument/2006/relationships/image" Target="../media/image49.png"  /><Relationship Id="rId8" Type="http://schemas.openxmlformats.org/officeDocument/2006/relationships/image" Target="../media/image50.png"  /><Relationship Id="rId9" Type="http://schemas.openxmlformats.org/officeDocument/2006/relationships/image" Target="../media/image51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71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57200" y="431800"/>
            <a:ext cx="17360900" cy="9423400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6845300" y="698500"/>
            <a:ext cx="45974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en-US" sz="2000" b="0" i="0" u="none" strike="noStrike">
                <a:solidFill>
                  <a:srgbClr val="ffffff"/>
                </a:solidFill>
                <a:latin typeface="Pretendard Light"/>
              </a:rPr>
              <a:t>presentation</a:t>
            </a:r>
            <a:endParaRPr lang="en-US" sz="2000" b="0" i="0" u="none" strike="noStrike">
              <a:solidFill>
                <a:srgbClr val="ffffff"/>
              </a:solidFill>
              <a:latin typeface="Pretendard Light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3028950" y="6210300"/>
            <a:ext cx="12230100" cy="8001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en-US" altLang="ko-KR" sz="3400" b="1" i="0" u="none" strike="noStrike">
                <a:solidFill>
                  <a:srgbClr val="494a4e"/>
                </a:solidFill>
                <a:latin typeface="맑은 고딕"/>
              </a:rPr>
              <a:t>Multi_FC | </a:t>
            </a:r>
            <a:r>
              <a:rPr lang="ko-KR" altLang="en-US" sz="3400" b="1" i="0" u="none" strike="noStrike">
                <a:solidFill>
                  <a:srgbClr val="494a4e"/>
                </a:solidFill>
                <a:latin typeface="맑은 고딕"/>
              </a:rPr>
              <a:t>권성민 문진우 박태란 윤승근 최준호 홍예린</a:t>
            </a:r>
            <a:endParaRPr lang="ko-KR" altLang="en-US" sz="3400" b="1" i="0" u="none" strike="noStrike">
              <a:solidFill>
                <a:srgbClr val="494a4e"/>
              </a:solidFill>
              <a:latin typeface="맑은 고딕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971799" y="4229100"/>
            <a:ext cx="12344400" cy="16002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en-US" altLang="ko-KR" sz="9000" b="1" i="0" u="none" strike="noStrike">
                <a:solidFill>
                  <a:srgbClr val="000000"/>
                </a:solidFill>
                <a:latin typeface="맑은 고딕"/>
              </a:rPr>
              <a:t>1</a:t>
            </a:r>
            <a:r>
              <a:rPr lang="ko-KR" altLang="en-US" sz="9000" b="1" i="0" u="none" strike="noStrike">
                <a:solidFill>
                  <a:srgbClr val="000000"/>
                </a:solidFill>
                <a:latin typeface="맑은 고딕"/>
              </a:rPr>
              <a:t>조 중간 발표</a:t>
            </a:r>
            <a:endParaRPr lang="ko-KR" altLang="en-US" sz="9000" b="1" i="0" u="none" strike="noStrike">
              <a:solidFill>
                <a:srgbClr val="000000"/>
              </a:solidFill>
              <a:latin typeface="맑은 고딕"/>
            </a:endParaRPr>
          </a:p>
          <a:p>
            <a:pPr lvl="0" algn="ctr">
              <a:lnSpc>
                <a:spcPct val="99600"/>
              </a:lnSpc>
              <a:defRPr/>
            </a:pPr>
            <a:r>
              <a:rPr lang="en-US" altLang="ko-KR" sz="2000" b="1" i="0" u="none" strike="noStrike">
                <a:solidFill>
                  <a:srgbClr val="000000"/>
                </a:solidFill>
                <a:latin typeface="맑은 고딕"/>
              </a:rPr>
              <a:t>2025-11-28</a:t>
            </a:r>
            <a:endParaRPr lang="en-US" altLang="ko-KR" sz="2000" b="1" i="0" u="none" strike="noStrike">
              <a:solidFill>
                <a:srgbClr val="000000"/>
              </a:solidFill>
              <a:latin typeface="맑은 고딕"/>
            </a:endParaRP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1934209" y="2277109"/>
            <a:ext cx="1266191" cy="1266191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1315084" y="5620384"/>
            <a:ext cx="1123316" cy="1123316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9753600" y="7353300"/>
            <a:ext cx="1075691" cy="1075691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4607559" y="8455659"/>
            <a:ext cx="1107441" cy="1107441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14126209" y="8267700"/>
            <a:ext cx="1266191" cy="1266191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6324600" y="2620009"/>
            <a:ext cx="1075691" cy="1075691"/>
          </a:xfrm>
          <a:prstGeom prst="rect">
            <a:avLst/>
          </a:prstGeom>
        </p:spPr>
      </p:pic>
      <p:pic>
        <p:nvPicPr>
          <p:cNvPr id="23" name="그림 22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10896600" y="1714500"/>
            <a:ext cx="1123316" cy="1123316"/>
          </a:xfrm>
          <a:prstGeom prst="rect">
            <a:avLst/>
          </a:prstGeom>
        </p:spPr>
      </p:pic>
      <p:pic>
        <p:nvPicPr>
          <p:cNvPr id="24" name="그림 23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15732759" y="3426459"/>
            <a:ext cx="1107441" cy="1107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5285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spd="med" mc:Ignorable="p14" p14:dur="10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71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"/>
          <p:cNvGrpSpPr/>
          <p:nvPr/>
        </p:nvGrpSpPr>
        <p:grpSpPr>
          <a:xfrm rot="0">
            <a:off x="463549" y="431800"/>
            <a:ext cx="17360900" cy="9423400"/>
            <a:chOff x="457200" y="431800"/>
            <a:chExt cx="17360900" cy="9423400"/>
          </a:xfrm>
        </p:grpSpPr>
        <p:pic>
          <p:nvPicPr>
            <p:cNvPr id="2" name="Picture 2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457200" y="431800"/>
              <a:ext cx="17360900" cy="9423400"/>
            </a:xfrm>
            <a:prstGeom prst="rect">
              <a:avLst/>
            </a:prstGeom>
            <a:effectLst>
              <a:outerShdw blurRad="1106733" dist="362644" dir="4020000">
                <a:srgbClr val="000000">
                  <a:alpha val="50000"/>
                </a:srgbClr>
              </a:outerShdw>
            </a:effectLst>
          </p:spPr>
        </p:pic>
        <p:pic>
          <p:nvPicPr>
            <p:cNvPr id="3" name="Picture 3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457200" y="431800"/>
              <a:ext cx="17360900" cy="901700"/>
            </a:xfrm>
            <a:prstGeom prst="rect">
              <a:avLst/>
            </a:prstGeom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5499100" y="660400"/>
              <a:ext cx="7289800" cy="444500"/>
            </a:xfrm>
            <a:prstGeom prst="rect">
              <a:avLst/>
            </a:prstGeom>
          </p:spPr>
        </p:pic>
      </p:grpSp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1371600" y="8102600"/>
            <a:ext cx="1003300" cy="8890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6845300" y="698500"/>
            <a:ext cx="45974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en-US" sz="2000" b="0" i="0" u="none" strike="noStrike">
                <a:solidFill>
                  <a:srgbClr val="ffffff"/>
                </a:solidFill>
                <a:latin typeface="Pretendard Light"/>
              </a:rPr>
              <a:t>presentation_index</a:t>
            </a:r>
            <a:endParaRPr lang="en-US" sz="2000" b="0" i="0" u="none" strike="noStrike">
              <a:solidFill>
                <a:srgbClr val="ffffff"/>
              </a:solidFill>
              <a:latin typeface="Pretendard Light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320800" y="2019300"/>
            <a:ext cx="3695700" cy="800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en-US" sz="4500" b="0" i="0" u="none" strike="noStrike">
                <a:solidFill>
                  <a:srgbClr val="c2c2c2"/>
                </a:solidFill>
                <a:latin typeface="Pretendard Medium"/>
              </a:rPr>
              <a:t>INDEX</a:t>
            </a:r>
            <a:endParaRPr lang="en-US" sz="4500" b="0" i="0" u="none" strike="noStrike">
              <a:solidFill>
                <a:srgbClr val="c2c2c2"/>
              </a:solidFill>
              <a:latin typeface="Pretendard Medium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320800" y="2730500"/>
            <a:ext cx="3810000" cy="1600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ko-KR" sz="9000" b="0" i="0" u="none" strike="noStrike">
                <a:solidFill>
                  <a:srgbClr val="000000"/>
                </a:solidFill>
                <a:ea typeface="Pretendard Bold"/>
              </a:rPr>
              <a:t>목차</a:t>
            </a:r>
            <a:endParaRPr lang="ko-KR" sz="9000" b="0" i="0" u="none" strike="noStrike">
              <a:solidFill>
                <a:srgbClr val="000000"/>
              </a:solidFill>
              <a:ea typeface="Pretendard Bold"/>
            </a:endParaRPr>
          </a:p>
        </p:txBody>
      </p:sp>
      <p:graphicFrame>
        <p:nvGraphicFramePr>
          <p:cNvPr id="28" name="표 27"/>
          <p:cNvGraphicFramePr>
            <a:graphicFrameLocks noGrp="1"/>
          </p:cNvGraphicFramePr>
          <p:nvPr/>
        </p:nvGraphicFramePr>
        <p:xfrm>
          <a:off x="7389496" y="4191000"/>
          <a:ext cx="9526904" cy="270510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830704"/>
                <a:gridCol w="7696200"/>
              </a:tblGrid>
              <a:tr h="90170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 sz="3200" b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ko-KR" sz="32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 sz="3200" b="0">
                          <a:solidFill>
                            <a:schemeClr val="tx1"/>
                          </a:solidFill>
                        </a:rPr>
                        <a:t>11.21</a:t>
                      </a:r>
                      <a:r>
                        <a:rPr lang="ko-KR" altLang="en-US" sz="3200" b="0">
                          <a:solidFill>
                            <a:schemeClr val="tx1"/>
                          </a:solidFill>
                        </a:rPr>
                        <a:t> 발표 이후 달라진 점</a:t>
                      </a:r>
                      <a:endParaRPr lang="ko-KR" altLang="en-US" sz="32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90170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 sz="3200" b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ko-KR" sz="32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3200" b="0">
                          <a:solidFill>
                            <a:schemeClr val="tx1"/>
                          </a:solidFill>
                        </a:rPr>
                        <a:t>진행 상황</a:t>
                      </a:r>
                      <a:endParaRPr lang="ko-KR" altLang="en-US" sz="32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90170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 sz="3200"/>
                        <a:t>3</a:t>
                      </a:r>
                      <a:endParaRPr lang="en-US" altLang="ko-KR" sz="3200"/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3200">
                          <a:solidFill>
                            <a:schemeClr val="tx1"/>
                          </a:solidFill>
                        </a:rPr>
                        <a:t>시연</a:t>
                      </a:r>
                      <a:endParaRPr lang="ko-KR" altLang="en-US" sz="320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300">
        <p:push dir="u"/>
      </p:transition>
    </mc:Choice>
    <mc:Fallback>
      <p:transition xmlns:mc="http://schemas.openxmlformats.org/markup-compatibility/2006" xmlns:hp="http://schemas.haansoft.com/office/presentation/8.0" mc:Ignorable="hp" hp:hslDur="300">
        <p:fade/>
      </p:transition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71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57200" y="431800"/>
            <a:ext cx="8483600" cy="9423400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334500" y="431800"/>
            <a:ext cx="8483600" cy="9423400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334500" y="431800"/>
            <a:ext cx="8483600" cy="901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98171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01854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0541000" y="774700"/>
            <a:ext cx="2286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11493500" y="660400"/>
            <a:ext cx="4191000" cy="4445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1645900" y="749300"/>
            <a:ext cx="38735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ko-KR" altLang="en-US" sz="3000" b="0" i="0" u="none" strike="noStrike">
                <a:solidFill>
                  <a:srgbClr val="ffffff"/>
                </a:solidFill>
                <a:latin typeface="Pretendard Light"/>
              </a:rPr>
              <a:t>변경사항</a:t>
            </a:r>
            <a:endParaRPr lang="ko-KR" altLang="en-US" sz="3000" b="0" i="0" u="none" strike="noStrike">
              <a:solidFill>
                <a:srgbClr val="ffffff"/>
              </a:solidFill>
              <a:latin typeface="Pretendard Light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10800" y="2247900"/>
            <a:ext cx="7467600" cy="5334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defRPr/>
            </a:pPr>
            <a:r>
              <a:rPr xmlns:mc="http://schemas.openxmlformats.org/markup-compatibility/2006" xmlns:hp="http://schemas.haansoft.com/office/presentation/8.0" lang="ko-KR" altLang="en-US" sz="25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회원가입 시 이용약관 읽은 뒤 동의할 수 있게 변경</a:t>
            </a:r>
            <a:endParaRPr xmlns:mc="http://schemas.openxmlformats.org/markup-compatibility/2006" xmlns:hp="http://schemas.haansoft.com/office/presentation/8.0" lang="ko-KR" altLang="en-US" sz="2500" b="0" i="0" u="none" strike="noStrike" baseline="0" mc:Ignorable="hp" hp:hslEmbossed="0">
              <a:latin typeface="맑은 고딕"/>
              <a:ea typeface="맑은 고딕"/>
              <a:cs typeface="맑은 고딕"/>
            </a:endParaRPr>
          </a:p>
          <a:p>
            <a:pPr lvl="0">
              <a:defRPr/>
            </a:pPr>
            <a:endParaRPr xmlns:mc="http://schemas.openxmlformats.org/markup-compatibility/2006" xmlns:hp="http://schemas.haansoft.com/office/presentation/8.0" lang="ko-KR" altLang="en-US" sz="2500" b="0" i="0" u="none" strike="noStrike" baseline="0" mc:Ignorable="hp" hp:hslEmbossed="0"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9455784" y="2171700"/>
            <a:ext cx="504191" cy="504191"/>
          </a:xfrm>
          <a:prstGeom prst="rect">
            <a:avLst/>
          </a:prstGeom>
        </p:spPr>
      </p:pic>
      <p:pic>
        <p:nvPicPr>
          <p:cNvPr id="33" name="그림 32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891540" y="1954529"/>
            <a:ext cx="7338059" cy="6377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4665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300">
        <p:push dir="u"/>
      </p:transition>
    </mc:Choice>
    <mc:Fallback>
      <p:transition xmlns:mc="http://schemas.openxmlformats.org/markup-compatibility/2006" xmlns:hp="http://schemas.haansoft.com/office/presentation/8.0" mc:Ignorable="hp" hp:hslDur="300">
        <p:fade/>
      </p:transition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71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57200" y="431800"/>
            <a:ext cx="8483600" cy="9423400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334500" y="431800"/>
            <a:ext cx="8483600" cy="9423400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334500" y="431800"/>
            <a:ext cx="8483600" cy="901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98171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01854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0541000" y="774700"/>
            <a:ext cx="2286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11493500" y="660400"/>
            <a:ext cx="4191000" cy="4445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1645900" y="749300"/>
            <a:ext cx="38735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ko-KR" altLang="en-US" sz="3000" b="0" i="0" u="none" strike="noStrike">
                <a:solidFill>
                  <a:srgbClr val="ffffff"/>
                </a:solidFill>
                <a:latin typeface="Pretendard Light"/>
              </a:rPr>
              <a:t>변경사항</a:t>
            </a:r>
            <a:endParaRPr lang="ko-KR" altLang="en-US" sz="3000" b="0" i="0" u="none" strike="noStrike">
              <a:solidFill>
                <a:srgbClr val="ffffff"/>
              </a:solidFill>
              <a:latin typeface="Pretendard Light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10800" y="2247900"/>
            <a:ext cx="7467600" cy="5334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defRPr/>
            </a:pPr>
            <a:r>
              <a:rPr xmlns:mc="http://schemas.openxmlformats.org/markup-compatibility/2006" xmlns:hp="http://schemas.haansoft.com/office/presentation/8.0" lang="ko-KR" altLang="en-US" sz="25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사용자 바에 표시되는 닉네임은 로그인한 사용자 정보를 기반으로 자동 업데이트되도록 구현</a:t>
            </a:r>
            <a:endParaRPr xmlns:mc="http://schemas.openxmlformats.org/markup-compatibility/2006" xmlns:hp="http://schemas.haansoft.com/office/presentation/8.0" lang="ko-KR" altLang="en-US" sz="2500" b="0" i="0" u="none" strike="noStrike" baseline="0" mc:Ignorable="hp" hp:hslEmbossed="0">
              <a:latin typeface="맑은 고딕"/>
              <a:ea typeface="맑은 고딕"/>
              <a:cs typeface="맑은 고딕"/>
            </a:endParaRPr>
          </a:p>
          <a:p>
            <a:pPr lvl="0">
              <a:defRPr/>
            </a:pPr>
            <a:endParaRPr xmlns:mc="http://schemas.openxmlformats.org/markup-compatibility/2006" xmlns:hp="http://schemas.haansoft.com/office/presentation/8.0" lang="ko-KR" altLang="en-US" sz="2500" b="0" i="0" u="none" strike="noStrike" baseline="0" mc:Ignorable="hp" hp:hslEmbossed="0"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9455784" y="2171700"/>
            <a:ext cx="504191" cy="504191"/>
          </a:xfrm>
          <a:prstGeom prst="rect">
            <a:avLst/>
          </a:prstGeom>
        </p:spPr>
      </p:pic>
      <p:pic>
        <p:nvPicPr>
          <p:cNvPr id="34" name="그림 33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838200" y="2171700"/>
            <a:ext cx="4115576" cy="5890182"/>
          </a:xfrm>
          <a:prstGeom prst="rect">
            <a:avLst/>
          </a:prstGeom>
        </p:spPr>
      </p:pic>
      <p:pic>
        <p:nvPicPr>
          <p:cNvPr id="35" name="그림 34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5204601" y="2213900"/>
            <a:ext cx="3428269" cy="5901400"/>
          </a:xfrm>
          <a:prstGeom prst="rect">
            <a:avLst/>
          </a:prstGeom>
        </p:spPr>
      </p:pic>
      <p:sp>
        <p:nvSpPr>
          <p:cNvPr id="37" name="TextBox 13"/>
          <p:cNvSpPr txBox="1"/>
          <p:nvPr/>
        </p:nvSpPr>
        <p:spPr>
          <a:xfrm>
            <a:off x="10287000" y="3543300"/>
            <a:ext cx="7467600" cy="5334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defRPr/>
            </a:pPr>
            <a:r>
              <a:rPr xmlns:mc="http://schemas.openxmlformats.org/markup-compatibility/2006" xmlns:hp="http://schemas.haansoft.com/office/presentation/8.0" sz="250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</a:rPr>
              <a:t>브라우저는 JWT 토큰을 </a:t>
            </a:r>
            <a:r>
              <a:rPr xmlns:mc="http://schemas.openxmlformats.org/markup-compatibility/2006" xmlns:hp="http://schemas.haansoft.com/office/presentation/8.0" lang="ko-KR" altLang="en-US" sz="250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</a:rPr>
              <a:t>활</a:t>
            </a:r>
            <a:r>
              <a:rPr xmlns:mc="http://schemas.openxmlformats.org/markup-compatibility/2006" xmlns:hp="http://schemas.haansoft.com/office/presentation/8.0" sz="250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</a:rPr>
              <a:t>용해</a:t>
            </a:r>
            <a:endParaRPr xmlns:mc="http://schemas.openxmlformats.org/markup-compatibility/2006" xmlns:hp="http://schemas.haansoft.com/office/presentation/8.0" sz="2500" i="0" strike="noStrike" mc:Ignorable="hp" hp:hslEmbossed="0">
              <a:solidFill>
                <a:srgbClr val="000000">
                  <a:alpha val="100000"/>
                </a:srgbClr>
              </a:solidFill>
              <a:latin typeface="맑은 고딕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250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</a:rPr>
              <a:t>/api/mypage/meAPI를 호출하고,</a:t>
            </a:r>
            <a:r>
              <a:rPr xmlns:mc="http://schemas.openxmlformats.org/markup-compatibility/2006" xmlns:hp="http://schemas.haansoft.com/office/presentation/8.0" lang="ko-KR" altLang="en-US" sz="250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sz="250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</a:rPr>
              <a:t>서버가 반환한</a:t>
            </a:r>
            <a:endParaRPr xmlns:mc="http://schemas.openxmlformats.org/markup-compatibility/2006" xmlns:hp="http://schemas.haansoft.com/office/presentation/8.0" sz="2500" i="0" strike="noStrike" mc:Ignorable="hp" hp:hslEmbossed="0">
              <a:solidFill>
                <a:srgbClr val="000000">
                  <a:alpha val="100000"/>
                </a:srgbClr>
              </a:solidFill>
              <a:latin typeface="맑은 고딕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250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</a:rPr>
              <a:t>nickname을 localStorage에 저장</a:t>
            </a:r>
            <a:endParaRPr xmlns:mc="http://schemas.openxmlformats.org/markup-compatibility/2006" xmlns:hp="http://schemas.haansoft.com/office/presentation/8.0" sz="2500" i="0" strike="noStrike" mc:Ignorable="hp" hp:hslEmbossed="0">
              <a:solidFill>
                <a:srgbClr val="000000">
                  <a:alpha val="100000"/>
                </a:srgbClr>
              </a:solidFill>
              <a:latin typeface="맑은 고딕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2500" i="0" strike="noStrike" mc:Ignorable="hp" hp:hslEmbossed="0">
              <a:solidFill>
                <a:srgbClr val="000000">
                  <a:alpha val="100000"/>
                </a:srgbClr>
              </a:solidFill>
              <a:latin typeface="맑은 고딕"/>
            </a:endParaRPr>
          </a:p>
          <a:p>
            <a:pPr lvl="0" algn="ctr">
              <a:defRPr/>
            </a:pPr>
            <a:r>
              <a:rPr xmlns:mc="http://schemas.openxmlformats.org/markup-compatibility/2006" xmlns:hp="http://schemas.haansoft.com/office/presentation/8.0" lang="en-US" altLang="ko-KR" sz="250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</a:rPr>
              <a:t>↓</a:t>
            </a:r>
            <a:endParaRPr xmlns:mc="http://schemas.openxmlformats.org/markup-compatibility/2006" xmlns:hp="http://schemas.haansoft.com/office/presentation/8.0" lang="en-US" altLang="ko-KR" sz="2500" i="0" strike="noStrike" mc:Ignorable="hp" hp:hslEmbossed="0">
              <a:solidFill>
                <a:srgbClr val="000000">
                  <a:alpha val="100000"/>
                </a:srgbClr>
              </a:solidFill>
              <a:latin typeface="맑은 고딕"/>
            </a:endParaRPr>
          </a:p>
          <a:p>
            <a:pPr lvl="0" algn="ctr">
              <a:defRPr/>
            </a:pPr>
            <a:endParaRPr xmlns:mc="http://schemas.openxmlformats.org/markup-compatibility/2006" xmlns:hp="http://schemas.haansoft.com/office/presentation/8.0" lang="en-US" altLang="ko-KR" sz="2500" i="0" strike="noStrike" mc:Ignorable="hp" hp:hslEmbossed="0">
              <a:solidFill>
                <a:srgbClr val="000000">
                  <a:alpha val="100000"/>
                </a:srgbClr>
              </a:solidFill>
              <a:latin typeface="맑은 고딕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lang="ko-KR" altLang="en-US" sz="250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</a:rPr>
              <a:t> 페이지 로딩 시</a:t>
            </a:r>
            <a:endParaRPr xmlns:mc="http://schemas.openxmlformats.org/markup-compatibility/2006" xmlns:hp="http://schemas.haansoft.com/office/presentation/8.0" lang="ko-KR" altLang="en-US" sz="2500" i="0" strike="noStrike" mc:Ignorable="hp" hp:hslEmbossed="0">
              <a:solidFill>
                <a:srgbClr val="000000">
                  <a:alpha val="100000"/>
                </a:srgbClr>
              </a:solidFill>
              <a:latin typeface="맑은 고딕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lang="ko-KR" altLang="en-US" sz="250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</a:rPr>
              <a:t>localStorage에 저장된 username 값을 읽어서</a:t>
            </a:r>
            <a:endParaRPr xmlns:mc="http://schemas.openxmlformats.org/markup-compatibility/2006" xmlns:hp="http://schemas.haansoft.com/office/presentation/8.0" lang="ko-KR" altLang="en-US" sz="2500" i="0" strike="noStrike" mc:Ignorable="hp" hp:hslEmbossed="0">
              <a:solidFill>
                <a:srgbClr val="000000">
                  <a:alpha val="100000"/>
                </a:srgbClr>
              </a:solidFill>
              <a:latin typeface="맑은 고딕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lang="ko-KR" altLang="en-US" sz="250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</a:rPr>
              <a:t>#user-menu-username 영역에 반영</a:t>
            </a:r>
            <a:endParaRPr xmlns:mc="http://schemas.openxmlformats.org/markup-compatibility/2006" xmlns:hp="http://schemas.haansoft.com/office/presentation/8.0" lang="ko-KR" altLang="en-US" sz="2500" i="0" strike="noStrike" mc:Ignorable="hp" hp:hslEmbossed="0">
              <a:solidFill>
                <a:srgbClr val="000000">
                  <a:alpha val="100000"/>
                </a:srgbClr>
              </a:solidFill>
              <a:latin typeface="맑은 고딕"/>
            </a:endParaRPr>
          </a:p>
        </p:txBody>
      </p:sp>
      <p:pic>
        <p:nvPicPr>
          <p:cNvPr id="38" name="그림 37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9455785" y="3420109"/>
            <a:ext cx="504191" cy="504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9712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300">
        <p:push dir="u"/>
      </p:transition>
    </mc:Choice>
    <mc:Fallback>
      <p:transition xmlns:mc="http://schemas.openxmlformats.org/markup-compatibility/2006" xmlns:hp="http://schemas.haansoft.com/office/presentation/8.0" mc:Ignorable="hp" hp:hslDur="300">
        <p:fade/>
      </p:transition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71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57200" y="431800"/>
            <a:ext cx="8483600" cy="9423400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334500" y="431800"/>
            <a:ext cx="8483600" cy="9423400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334500" y="431800"/>
            <a:ext cx="8483600" cy="901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98171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01854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0541000" y="774700"/>
            <a:ext cx="2286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11493500" y="660400"/>
            <a:ext cx="4191000" cy="4445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1645900" y="749300"/>
            <a:ext cx="38735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ko-KR" altLang="en-US" sz="3000" b="0" i="0" u="none" strike="noStrike">
                <a:solidFill>
                  <a:srgbClr val="ffffff"/>
                </a:solidFill>
                <a:latin typeface="Pretendard Light"/>
              </a:rPr>
              <a:t>변경사항</a:t>
            </a:r>
            <a:endParaRPr lang="ko-KR" altLang="en-US" sz="3000" b="0" i="0" u="none" strike="noStrike">
              <a:solidFill>
                <a:srgbClr val="ffffff"/>
              </a:solidFill>
              <a:latin typeface="Pretendard Light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10800" y="1790700"/>
            <a:ext cx="7467600" cy="5334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defRPr/>
            </a:pPr>
            <a:r>
              <a:rPr xmlns:mc="http://schemas.openxmlformats.org/markup-compatibility/2006" xmlns:hp="http://schemas.haansoft.com/office/presentation/8.0" lang="ko-KR" altLang="en-US" sz="25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경기 종료 후 후기 작성 알림</a:t>
            </a:r>
            <a:endParaRPr xmlns:mc="http://schemas.openxmlformats.org/markup-compatibility/2006" xmlns:hp="http://schemas.haansoft.com/office/presentation/8.0" lang="ko-KR" altLang="en-US" sz="2500" b="0" i="0" u="none" strike="noStrike" baseline="0" mc:Ignorable="hp" hp:hslEmbossed="0"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9455784" y="1714500"/>
            <a:ext cx="504191" cy="504191"/>
          </a:xfrm>
          <a:prstGeom prst="rect">
            <a:avLst/>
          </a:prstGeom>
        </p:spPr>
      </p:pic>
      <p:sp>
        <p:nvSpPr>
          <p:cNvPr id="37" name="TextBox 13"/>
          <p:cNvSpPr txBox="1"/>
          <p:nvPr/>
        </p:nvSpPr>
        <p:spPr>
          <a:xfrm>
            <a:off x="10210800" y="2628900"/>
            <a:ext cx="7467600" cy="5334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defRPr/>
            </a:pPr>
            <a:r>
              <a:rPr xmlns:mc="http://schemas.openxmlformats.org/markup-compatibility/2006" xmlns:hp="http://schemas.haansoft.com/office/presentation/8.0" lang="ko-KR" altLang="en-US" sz="250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</a:rPr>
              <a:t>경기 후기가 여러개 인 경우 작성 페이지 내</a:t>
            </a:r>
            <a:endParaRPr xmlns:mc="http://schemas.openxmlformats.org/markup-compatibility/2006" xmlns:hp="http://schemas.haansoft.com/office/presentation/8.0" lang="ko-KR" altLang="en-US" sz="2500" i="0" strike="noStrike" mc:Ignorable="hp" hp:hslEmbossed="0">
              <a:solidFill>
                <a:srgbClr val="000000">
                  <a:alpha val="100000"/>
                </a:srgbClr>
              </a:solidFill>
              <a:latin typeface="맑은 고딕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lang="ko-KR" altLang="en-US" sz="250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</a:rPr>
              <a:t> 구장 선택 가능</a:t>
            </a:r>
            <a:endParaRPr xmlns:mc="http://schemas.openxmlformats.org/markup-compatibility/2006" xmlns:hp="http://schemas.haansoft.com/office/presentation/8.0" lang="ko-KR" altLang="en-US" sz="2500" i="0" strike="noStrike" mc:Ignorable="hp" hp:hslEmbossed="0">
              <a:solidFill>
                <a:srgbClr val="000000">
                  <a:alpha val="100000"/>
                </a:srgbClr>
              </a:solidFill>
              <a:latin typeface="맑은 고딕"/>
            </a:endParaRPr>
          </a:p>
        </p:txBody>
      </p:sp>
      <p:pic>
        <p:nvPicPr>
          <p:cNvPr id="38" name="그림 37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9455785" y="2505709"/>
            <a:ext cx="504191" cy="504191"/>
          </a:xfrm>
          <a:prstGeom prst="rect">
            <a:avLst/>
          </a:prstGeom>
        </p:spPr>
      </p:pic>
      <p:pic>
        <p:nvPicPr>
          <p:cNvPr id="40" name="그림 39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2057400" y="3901440"/>
            <a:ext cx="5402580" cy="5814059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1943100" y="792480"/>
            <a:ext cx="5600700" cy="2598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8909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300">
        <p:push dir="u"/>
      </p:transition>
    </mc:Choice>
    <mc:Fallback>
      <p:transition xmlns:mc="http://schemas.openxmlformats.org/markup-compatibility/2006" xmlns:hp="http://schemas.haansoft.com/office/presentation/8.0" mc:Ignorable="hp" hp:hslDur="300">
        <p:fade/>
      </p:transition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71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57200" y="431800"/>
            <a:ext cx="8483600" cy="9423400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448800" y="431800"/>
            <a:ext cx="8483600" cy="9423400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448800" y="431800"/>
            <a:ext cx="8483600" cy="901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98171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01854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0541000" y="774700"/>
            <a:ext cx="2286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11493500" y="660400"/>
            <a:ext cx="4191000" cy="4445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1645900" y="749300"/>
            <a:ext cx="38735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ko-KR" altLang="en-US" sz="3000" b="0" i="0" u="none" strike="noStrike">
                <a:solidFill>
                  <a:srgbClr val="ffffff"/>
                </a:solidFill>
                <a:latin typeface="Pretendard Light"/>
              </a:rPr>
              <a:t>변경사항</a:t>
            </a:r>
            <a:endParaRPr lang="ko-KR" altLang="en-US" sz="3000" b="0" i="0" u="none" strike="noStrike">
              <a:solidFill>
                <a:srgbClr val="ffffff"/>
              </a:solidFill>
              <a:latin typeface="Pretendard Light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363200" y="1790700"/>
            <a:ext cx="7467600" cy="5334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defRPr/>
            </a:pPr>
            <a:r>
              <a:rPr xmlns:mc="http://schemas.openxmlformats.org/markup-compatibility/2006" xmlns:hp="http://schemas.haansoft.com/office/presentation/8.0" lang="ko-KR" altLang="en-US" sz="25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경기 일정 페이지 내 날짜 설정 기능</a:t>
            </a:r>
            <a:endParaRPr xmlns:mc="http://schemas.openxmlformats.org/markup-compatibility/2006" xmlns:hp="http://schemas.haansoft.com/office/presentation/8.0" lang="ko-KR" altLang="en-US" sz="2500" b="0" i="0" u="none" strike="noStrike" baseline="0" mc:Ignorable="hp" hp:hslEmbossed="0"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9608184" y="1714500"/>
            <a:ext cx="504191" cy="504191"/>
          </a:xfrm>
          <a:prstGeom prst="rect">
            <a:avLst/>
          </a:prstGeom>
        </p:spPr>
      </p:pic>
      <p:sp>
        <p:nvSpPr>
          <p:cNvPr id="37" name="TextBox 13"/>
          <p:cNvSpPr txBox="1"/>
          <p:nvPr/>
        </p:nvSpPr>
        <p:spPr>
          <a:xfrm>
            <a:off x="10363200" y="2628900"/>
            <a:ext cx="7467600" cy="5334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defRPr/>
            </a:pPr>
            <a:r>
              <a:rPr xmlns:mc="http://schemas.openxmlformats.org/markup-compatibility/2006" xmlns:hp="http://schemas.haansoft.com/office/presentation/8.0" lang="ko-KR" altLang="en-US" sz="250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</a:rPr>
              <a:t>경기 일정 페이지 내 기간 선택</a:t>
            </a:r>
            <a:r>
              <a:rPr xmlns:mc="http://schemas.openxmlformats.org/markup-compatibility/2006" xmlns:hp="http://schemas.haansoft.com/office/presentation/8.0" lang="en-US" altLang="ko-KR" sz="250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</a:rPr>
              <a:t>,</a:t>
            </a:r>
            <a:r>
              <a:rPr xmlns:mc="http://schemas.openxmlformats.org/markup-compatibility/2006" xmlns:hp="http://schemas.haansoft.com/office/presentation/8.0" lang="ko-KR" altLang="en-US" sz="250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</a:rPr>
              <a:t> 상태</a:t>
            </a:r>
            <a:r>
              <a:rPr xmlns:mc="http://schemas.openxmlformats.org/markup-compatibility/2006" xmlns:hp="http://schemas.haansoft.com/office/presentation/8.0" lang="en-US" altLang="ko-KR" sz="250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</a:rPr>
              <a:t>,</a:t>
            </a:r>
            <a:r>
              <a:rPr xmlns:mc="http://schemas.openxmlformats.org/markup-compatibility/2006" xmlns:hp="http://schemas.haansoft.com/office/presentation/8.0" lang="ko-KR" altLang="en-US" sz="250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</a:rPr>
              <a:t> 정렬기준 설정 기능</a:t>
            </a:r>
            <a:endParaRPr xmlns:mc="http://schemas.openxmlformats.org/markup-compatibility/2006" xmlns:hp="http://schemas.haansoft.com/office/presentation/8.0" lang="ko-KR" altLang="en-US" sz="2500" i="0" strike="noStrike" mc:Ignorable="hp" hp:hslEmbossed="0">
              <a:solidFill>
                <a:srgbClr val="000000">
                  <a:alpha val="100000"/>
                </a:srgbClr>
              </a:solidFill>
              <a:latin typeface="맑은 고딕"/>
            </a:endParaRPr>
          </a:p>
        </p:txBody>
      </p:sp>
      <p:pic>
        <p:nvPicPr>
          <p:cNvPr id="38" name="그림 37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9608185" y="2505709"/>
            <a:ext cx="504191" cy="504191"/>
          </a:xfrm>
          <a:prstGeom prst="rect">
            <a:avLst/>
          </a:prstGeom>
        </p:spPr>
      </p:pic>
      <p:pic>
        <p:nvPicPr>
          <p:cNvPr id="43" name="그림 42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1726061" y="886703"/>
            <a:ext cx="6043798" cy="4256797"/>
          </a:xfrm>
          <a:prstGeom prst="rect">
            <a:avLst/>
          </a:prstGeom>
        </p:spPr>
      </p:pic>
      <p:pic>
        <p:nvPicPr>
          <p:cNvPr id="44" name="그림 43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1676400" y="5316972"/>
            <a:ext cx="6113145" cy="4246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0513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300">
        <p:push dir="u"/>
      </p:transition>
    </mc:Choice>
    <mc:Fallback>
      <p:transition xmlns:mc="http://schemas.openxmlformats.org/markup-compatibility/2006" xmlns:hp="http://schemas.haansoft.com/office/presentation/8.0" mc:Ignorable="hp" hp:hslDur="300">
        <p:fade/>
      </p:transition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71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57200" y="431800"/>
            <a:ext cx="8483600" cy="9423400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448800" y="431800"/>
            <a:ext cx="8483600" cy="9423400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448800" y="431800"/>
            <a:ext cx="8483600" cy="901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98171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01854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0541000" y="774700"/>
            <a:ext cx="2286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11493500" y="660400"/>
            <a:ext cx="4191000" cy="4445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1645900" y="749300"/>
            <a:ext cx="38735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ko-KR" altLang="en-US" sz="3000" b="0" i="0" u="none" strike="noStrike">
                <a:solidFill>
                  <a:srgbClr val="ffffff"/>
                </a:solidFill>
                <a:latin typeface="맑은 고딕"/>
              </a:rPr>
              <a:t>변경사항</a:t>
            </a:r>
            <a:endParaRPr lang="ko-KR" altLang="en-US" sz="3000" b="0" i="0" u="none" strike="noStrike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363200" y="1790700"/>
            <a:ext cx="7467600" cy="5334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defRPr/>
            </a:pPr>
            <a:r>
              <a:rPr xmlns:mc="http://schemas.openxmlformats.org/markup-compatibility/2006" xmlns:hp="http://schemas.haansoft.com/office/presentation/8.0" lang="ko-KR" altLang="en-US" sz="25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구장 검색 페이지 내 마커 띄우기</a:t>
            </a:r>
            <a:endParaRPr xmlns:mc="http://schemas.openxmlformats.org/markup-compatibility/2006" xmlns:hp="http://schemas.haansoft.com/office/presentation/8.0" lang="ko-KR" altLang="en-US" sz="2500" b="0" i="0" u="none" strike="noStrike" baseline="0" mc:Ignorable="hp" hp:hslEmbossed="0"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9608184" y="1714500"/>
            <a:ext cx="504191" cy="504191"/>
          </a:xfrm>
          <a:prstGeom prst="rect">
            <a:avLst/>
          </a:prstGeom>
        </p:spPr>
      </p:pic>
      <p:sp>
        <p:nvSpPr>
          <p:cNvPr id="37" name="TextBox 13"/>
          <p:cNvSpPr txBox="1"/>
          <p:nvPr/>
        </p:nvSpPr>
        <p:spPr>
          <a:xfrm>
            <a:off x="10363200" y="2628900"/>
            <a:ext cx="7467600" cy="5334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defRPr/>
            </a:pPr>
            <a:r>
              <a:rPr xmlns:mc="http://schemas.openxmlformats.org/markup-compatibility/2006" xmlns:hp="http://schemas.haansoft.com/office/presentation/8.0" lang="ko-KR" altLang="en-US" sz="250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</a:rPr>
              <a:t>마커 클릭 시 해당 구장 상세보기 이동 버튼 구현</a:t>
            </a:r>
            <a:endParaRPr xmlns:mc="http://schemas.openxmlformats.org/markup-compatibility/2006" xmlns:hp="http://schemas.haansoft.com/office/presentation/8.0" lang="ko-KR" altLang="en-US" sz="2500" i="0" strike="noStrike" mc:Ignorable="hp" hp:hslEmbossed="0">
              <a:solidFill>
                <a:srgbClr val="000000">
                  <a:alpha val="100000"/>
                </a:srgbClr>
              </a:solidFill>
              <a:latin typeface="맑은 고딕"/>
            </a:endParaRPr>
          </a:p>
        </p:txBody>
      </p:sp>
      <p:pic>
        <p:nvPicPr>
          <p:cNvPr id="38" name="그림 37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9608185" y="2505709"/>
            <a:ext cx="504191" cy="504191"/>
          </a:xfrm>
          <a:prstGeom prst="rect">
            <a:avLst/>
          </a:prstGeom>
        </p:spPr>
      </p:pic>
      <p:pic>
        <p:nvPicPr>
          <p:cNvPr id="46" name="그림 45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722972" y="2582545"/>
            <a:ext cx="7963827" cy="5121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3296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300">
        <p:push dir="u"/>
      </p:transition>
    </mc:Choice>
    <mc:Fallback>
      <p:transition xmlns:mc="http://schemas.openxmlformats.org/markup-compatibility/2006" xmlns:hp="http://schemas.haansoft.com/office/presentation/8.0" mc:Ignorable="hp" hp:hslDur="300">
        <p:fade/>
      </p:transition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71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57200" y="431800"/>
            <a:ext cx="8483600" cy="9423400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448800" y="431800"/>
            <a:ext cx="8483600" cy="9423400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448800" y="431800"/>
            <a:ext cx="8483600" cy="901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98171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01854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0541000" y="774700"/>
            <a:ext cx="2286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11493500" y="660400"/>
            <a:ext cx="4191000" cy="4445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1645900" y="749300"/>
            <a:ext cx="38735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ko-KR" altLang="en-US" sz="3000" b="0" i="0" u="none" strike="noStrike">
                <a:solidFill>
                  <a:srgbClr val="ffffff"/>
                </a:solidFill>
                <a:latin typeface="맑은 고딕"/>
              </a:rPr>
              <a:t>변경사항</a:t>
            </a:r>
            <a:endParaRPr lang="ko-KR" altLang="en-US" sz="3000" b="0" i="0" u="none" strike="noStrike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363200" y="1790700"/>
            <a:ext cx="7467600" cy="5334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defRPr/>
            </a:pPr>
            <a:r>
              <a:rPr xmlns:mc="http://schemas.openxmlformats.org/markup-compatibility/2006" xmlns:hp="http://schemas.haansoft.com/office/presentation/8.0" lang="ko-KR" altLang="en-US" sz="25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후기 수정 페이지 </a:t>
            </a:r>
            <a:r>
              <a:rPr xmlns:mc="http://schemas.openxmlformats.org/markup-compatibility/2006" xmlns:hp="http://schemas.haansoft.com/office/presentation/8.0" lang="en-US" altLang="ko-KR" sz="25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css</a:t>
            </a:r>
            <a:r>
              <a:rPr xmlns:mc="http://schemas.openxmlformats.org/markup-compatibility/2006" xmlns:hp="http://schemas.haansoft.com/office/presentation/8.0" lang="ko-KR" altLang="en-US" sz="25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 수정</a:t>
            </a:r>
            <a:endParaRPr xmlns:mc="http://schemas.openxmlformats.org/markup-compatibility/2006" xmlns:hp="http://schemas.haansoft.com/office/presentation/8.0" lang="ko-KR" altLang="en-US" sz="2500" b="0" i="0" u="none" strike="noStrike" baseline="0" mc:Ignorable="hp" hp:hslEmbossed="0"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9608184" y="1714500"/>
            <a:ext cx="504191" cy="504191"/>
          </a:xfrm>
          <a:prstGeom prst="rect">
            <a:avLst/>
          </a:prstGeom>
        </p:spPr>
      </p:pic>
      <p:sp>
        <p:nvSpPr>
          <p:cNvPr id="37" name="TextBox 13"/>
          <p:cNvSpPr txBox="1"/>
          <p:nvPr/>
        </p:nvSpPr>
        <p:spPr>
          <a:xfrm>
            <a:off x="10363200" y="2628900"/>
            <a:ext cx="7467600" cy="5334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defRPr/>
            </a:pPr>
            <a:r>
              <a:rPr xmlns:mc="http://schemas.openxmlformats.org/markup-compatibility/2006" xmlns:hp="http://schemas.haansoft.com/office/presentation/8.0" lang="ko-KR" altLang="en-US" sz="250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</a:rPr>
              <a:t>취소버튼 </a:t>
            </a:r>
            <a:r>
              <a:rPr xmlns:mc="http://schemas.openxmlformats.org/markup-compatibility/2006" xmlns:hp="http://schemas.haansoft.com/office/presentation/8.0" lang="en-US" altLang="ko-KR" sz="250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</a:rPr>
              <a:t>→</a:t>
            </a:r>
            <a:r>
              <a:rPr xmlns:mc="http://schemas.openxmlformats.org/markup-compatibility/2006" xmlns:hp="http://schemas.haansoft.com/office/presentation/8.0" lang="ko-KR" altLang="en-US" sz="250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lang="en-US" altLang="ko-KR" sz="250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</a:rPr>
              <a:t>X</a:t>
            </a:r>
            <a:r>
              <a:rPr xmlns:mc="http://schemas.openxmlformats.org/markup-compatibility/2006" xmlns:hp="http://schemas.haansoft.com/office/presentation/8.0" lang="ko-KR" altLang="en-US" sz="250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</a:rPr>
              <a:t> 버튼으로 수정</a:t>
            </a:r>
            <a:endParaRPr xmlns:mc="http://schemas.openxmlformats.org/markup-compatibility/2006" xmlns:hp="http://schemas.haansoft.com/office/presentation/8.0" lang="ko-KR" altLang="en-US" sz="2500" i="0" strike="noStrike" mc:Ignorable="hp" hp:hslEmbossed="0">
              <a:solidFill>
                <a:srgbClr val="000000">
                  <a:alpha val="100000"/>
                </a:srgbClr>
              </a:solidFill>
              <a:latin typeface="맑은 고딕"/>
            </a:endParaRPr>
          </a:p>
        </p:txBody>
      </p:sp>
      <p:pic>
        <p:nvPicPr>
          <p:cNvPr id="38" name="그림 37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9608185" y="2505709"/>
            <a:ext cx="504191" cy="504191"/>
          </a:xfrm>
          <a:prstGeom prst="rect">
            <a:avLst/>
          </a:prstGeom>
        </p:spPr>
      </p:pic>
      <p:pic>
        <p:nvPicPr>
          <p:cNvPr id="47" name="그림 46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838200" y="2808578"/>
            <a:ext cx="7707040" cy="4669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2808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300">
        <p:push dir="u"/>
      </p:transition>
    </mc:Choice>
    <mc:Fallback>
      <p:transition xmlns:mc="http://schemas.openxmlformats.org/markup-compatibility/2006" xmlns:hp="http://schemas.haansoft.com/office/presentation/8.0" mc:Ignorable="hp" hp:hslDur="300">
        <p:fade/>
      </p:transition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71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57200" y="431800"/>
            <a:ext cx="8483600" cy="9423400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448800" y="431800"/>
            <a:ext cx="8483600" cy="9423400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448800" y="431800"/>
            <a:ext cx="8483600" cy="901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98171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01854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0541000" y="774700"/>
            <a:ext cx="2286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11493500" y="660400"/>
            <a:ext cx="4191000" cy="4445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1645900" y="749300"/>
            <a:ext cx="38735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ko-KR" altLang="en-US" sz="3000" b="0" i="0" u="none" strike="noStrike">
                <a:solidFill>
                  <a:srgbClr val="ffffff"/>
                </a:solidFill>
                <a:latin typeface="맑은 고딕"/>
              </a:rPr>
              <a:t>변경사항</a:t>
            </a:r>
            <a:endParaRPr lang="ko-KR" altLang="en-US" sz="3000" b="0" i="0" u="none" strike="noStrike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363200" y="1790700"/>
            <a:ext cx="7467600" cy="5334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defRPr/>
            </a:pPr>
            <a:r>
              <a:rPr xmlns:mc="http://schemas.openxmlformats.org/markup-compatibility/2006" xmlns:hp="http://schemas.haansoft.com/office/presentation/8.0" lang="ko-KR" altLang="en-US" sz="25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회원가입과 동일하게 주소 찾기를 통해 </a:t>
            </a:r>
            <a:endParaRPr xmlns:mc="http://schemas.openxmlformats.org/markup-compatibility/2006" xmlns:hp="http://schemas.haansoft.com/office/presentation/8.0" lang="ko-KR" altLang="en-US" sz="2500" b="0" i="0" u="none" strike="noStrike" baseline="0" mc:Ignorable="hp" hp:hslEmbossed="0">
              <a:latin typeface="맑은 고딕"/>
              <a:ea typeface="맑은 고딕"/>
              <a:cs typeface="맑은 고딕"/>
            </a:endParaRPr>
          </a:p>
          <a:p>
            <a:pPr lvl="0">
              <a:defRPr/>
            </a:pPr>
            <a:r>
              <a:rPr xmlns:mc="http://schemas.openxmlformats.org/markup-compatibility/2006" xmlns:hp="http://schemas.haansoft.com/office/presentation/8.0" lang="ko-KR" altLang="en-US" sz="25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활동 장소 설정 하도록 변경</a:t>
            </a:r>
            <a:endParaRPr xmlns:mc="http://schemas.openxmlformats.org/markup-compatibility/2006" xmlns:hp="http://schemas.haansoft.com/office/presentation/8.0" lang="ko-KR" altLang="en-US" sz="2500" b="0" i="0" u="none" strike="noStrike" baseline="0" mc:Ignorable="hp" hp:hslEmbossed="0"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9608184" y="1714500"/>
            <a:ext cx="504191" cy="504191"/>
          </a:xfrm>
          <a:prstGeom prst="rect">
            <a:avLst/>
          </a:prstGeom>
        </p:spPr>
      </p:pic>
      <p:pic>
        <p:nvPicPr>
          <p:cNvPr id="47" name="그림 46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1944943" y="841304"/>
            <a:ext cx="5294056" cy="8604392"/>
          </a:xfrm>
          <a:prstGeom prst="rect">
            <a:avLst/>
          </a:prstGeom>
        </p:spPr>
      </p:pic>
      <p:sp>
        <p:nvSpPr>
          <p:cNvPr id="48" name="TextBox 13"/>
          <p:cNvSpPr txBox="1"/>
          <p:nvPr/>
        </p:nvSpPr>
        <p:spPr>
          <a:xfrm>
            <a:off x="10363200" y="2933700"/>
            <a:ext cx="7467600" cy="5334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defRPr/>
            </a:pPr>
            <a:r>
              <a:rPr xmlns:mc="http://schemas.openxmlformats.org/markup-compatibility/2006" xmlns:hp="http://schemas.haansoft.com/office/presentation/8.0" lang="ko-KR" altLang="en-US" sz="25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회원탈퇴 기능 추가</a:t>
            </a:r>
            <a:endParaRPr xmlns:mc="http://schemas.openxmlformats.org/markup-compatibility/2006" xmlns:hp="http://schemas.haansoft.com/office/presentation/8.0" lang="ko-KR" altLang="en-US" sz="2500" b="0" i="0" u="none" strike="noStrike" baseline="0" mc:Ignorable="hp" hp:hslEmbossed="0"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49" name="그림 48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9608184" y="2857500"/>
            <a:ext cx="504191" cy="504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0424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300">
        <p:push dir="u"/>
      </p:transition>
    </mc:Choice>
    <mc:Fallback>
      <p:transition xmlns:mc="http://schemas.openxmlformats.org/markup-compatibility/2006" xmlns:hp="http://schemas.haansoft.com/office/presentation/8.0" mc:Ignorable="hp" hp:hslDur="300">
        <p:fade/>
      </p:transition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71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57200" y="431800"/>
            <a:ext cx="8483600" cy="9423400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448800" y="431800"/>
            <a:ext cx="8483600" cy="9423400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448800" y="431800"/>
            <a:ext cx="8483600" cy="901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98171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01854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0541000" y="774700"/>
            <a:ext cx="2286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11493500" y="660400"/>
            <a:ext cx="4191000" cy="4445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1645900" y="749300"/>
            <a:ext cx="38735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ko-KR" altLang="en-US" sz="3000" b="0" i="0" u="none" strike="noStrike">
                <a:solidFill>
                  <a:srgbClr val="ffffff"/>
                </a:solidFill>
                <a:latin typeface="맑은 고딕"/>
              </a:rPr>
              <a:t>변경사항</a:t>
            </a:r>
            <a:endParaRPr lang="ko-KR" altLang="en-US" sz="3000" b="0" i="0" u="none" strike="noStrike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363200" y="1790700"/>
            <a:ext cx="7467600" cy="5334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defRPr/>
            </a:pPr>
            <a:r>
              <a:rPr xmlns:mc="http://schemas.openxmlformats.org/markup-compatibility/2006" xmlns:hp="http://schemas.haansoft.com/office/presentation/8.0" lang="ko-KR" altLang="en-US" sz="25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같은 날짜</a:t>
            </a:r>
            <a:r>
              <a:rPr xmlns:mc="http://schemas.openxmlformats.org/markup-compatibility/2006" xmlns:hp="http://schemas.haansoft.com/office/presentation/8.0" lang="en-US" altLang="ko-KR" sz="25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,</a:t>
            </a:r>
            <a:r>
              <a:rPr xmlns:mc="http://schemas.openxmlformats.org/markup-compatibility/2006" xmlns:hp="http://schemas.haansoft.com/office/presentation/8.0" lang="ko-KR" altLang="en-US" sz="25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 시간 에 경기 일정 </a:t>
            </a:r>
            <a:r>
              <a:rPr xmlns:mc="http://schemas.openxmlformats.org/markup-compatibility/2006" xmlns:hp="http://schemas.haansoft.com/office/presentation/8.0" lang="en-US" altLang="ko-KR" sz="25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2</a:t>
            </a:r>
            <a:r>
              <a:rPr xmlns:mc="http://schemas.openxmlformats.org/markup-compatibility/2006" xmlns:hp="http://schemas.haansoft.com/office/presentation/8.0" lang="ko-KR" altLang="en-US" sz="25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개 이상 시 첫번째 일정만 뜨는 부분 수정</a:t>
            </a:r>
            <a:endParaRPr xmlns:mc="http://schemas.openxmlformats.org/markup-compatibility/2006" xmlns:hp="http://schemas.haansoft.com/office/presentation/8.0" lang="ko-KR" altLang="en-US" sz="2500" b="0" i="0" u="none" strike="noStrike" baseline="0" mc:Ignorable="hp" hp:hslEmbossed="0"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9608184" y="1714500"/>
            <a:ext cx="504191" cy="504191"/>
          </a:xfrm>
          <a:prstGeom prst="rect">
            <a:avLst/>
          </a:prstGeom>
        </p:spPr>
      </p:pic>
      <p:pic>
        <p:nvPicPr>
          <p:cNvPr id="46" name="그림 45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1375409" y="1237096"/>
            <a:ext cx="6473190" cy="7812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8065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300">
        <p:push dir="u"/>
      </p:transition>
    </mc:Choice>
    <mc:Fallback>
      <p:transition xmlns:mc="http://schemas.openxmlformats.org/markup-compatibility/2006" xmlns:hp="http://schemas.haansoft.com/office/presentation/8.0" mc:Ignorable="hp" hp:hslDur="300">
        <p:fade/>
      </p:transition>
    </mc:Fallback>
  </mc:AlternateContent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71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57200" y="431800"/>
            <a:ext cx="8483600" cy="9423400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448800" y="431800"/>
            <a:ext cx="8483600" cy="9423400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448800" y="431800"/>
            <a:ext cx="8483600" cy="901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98171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01854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0541000" y="774700"/>
            <a:ext cx="2286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11493500" y="660400"/>
            <a:ext cx="4191000" cy="4445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1645900" y="749300"/>
            <a:ext cx="38735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ko-KR" altLang="en-US" sz="3000" b="0" i="0" u="none" strike="noStrike">
                <a:solidFill>
                  <a:srgbClr val="ffffff"/>
                </a:solidFill>
                <a:latin typeface="맑은 고딕"/>
              </a:rPr>
              <a:t>변경사항</a:t>
            </a:r>
            <a:endParaRPr lang="ko-KR" altLang="en-US" sz="3000" b="0" i="0" u="none" strike="noStrike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363200" y="1790700"/>
            <a:ext cx="7467600" cy="5334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defRPr/>
            </a:pPr>
            <a:r>
              <a:rPr xmlns:mc="http://schemas.openxmlformats.org/markup-compatibility/2006" xmlns:hp="http://schemas.haansoft.com/office/presentation/8.0" lang="ko-KR" altLang="en-US" sz="25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마이페이지 내 매칭률 탭 추가</a:t>
            </a:r>
            <a:endParaRPr xmlns:mc="http://schemas.openxmlformats.org/markup-compatibility/2006" xmlns:hp="http://schemas.haansoft.com/office/presentation/8.0" lang="ko-KR" altLang="en-US" sz="2500" b="0" i="0" u="none" strike="noStrike" baseline="0" mc:Ignorable="hp" hp:hslEmbossed="0">
              <a:latin typeface="맑은 고딕"/>
              <a:ea typeface="맑은 고딕"/>
              <a:cs typeface="맑은 고딕"/>
            </a:endParaRPr>
          </a:p>
          <a:p>
            <a:pPr lvl="0">
              <a:defRPr/>
            </a:pPr>
            <a:endParaRPr xmlns:mc="http://schemas.openxmlformats.org/markup-compatibility/2006" xmlns:hp="http://schemas.haansoft.com/office/presentation/8.0" lang="ko-KR" altLang="en-US" sz="2500" b="0" i="0" u="none" strike="noStrike" baseline="0" mc:Ignorable="hp" hp:hslEmbossed="0">
              <a:latin typeface="맑은 고딕"/>
              <a:ea typeface="맑은 고딕"/>
              <a:cs typeface="맑은 고딕"/>
            </a:endParaRPr>
          </a:p>
          <a:p>
            <a:pPr lvl="0">
              <a:defRPr/>
            </a:pPr>
            <a:r>
              <a:rPr xmlns:mc="http://schemas.openxmlformats.org/markup-compatibility/2006" xmlns:hp="http://schemas.haansoft.com/office/presentation/8.0" lang="ko-KR" altLang="en-US" sz="25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                  </a:t>
            </a:r>
            <a:r>
              <a:rPr xmlns:mc="http://schemas.openxmlformats.org/markup-compatibility/2006" xmlns:hp="http://schemas.haansoft.com/office/presentation/8.0" lang="en-US" altLang="ko-KR" sz="25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↓</a:t>
            </a:r>
            <a:endParaRPr xmlns:mc="http://schemas.openxmlformats.org/markup-compatibility/2006" xmlns:hp="http://schemas.haansoft.com/office/presentation/8.0" lang="en-US" altLang="ko-KR" sz="2500" b="0" i="0" u="none" strike="noStrike" baseline="0" mc:Ignorable="hp" hp:hslEmbossed="0">
              <a:latin typeface="맑은 고딕"/>
              <a:ea typeface="맑은 고딕"/>
              <a:cs typeface="맑은 고딕"/>
            </a:endParaRPr>
          </a:p>
          <a:p>
            <a:pPr lvl="0">
              <a:defRPr/>
            </a:pPr>
            <a:endParaRPr xmlns:mc="http://schemas.openxmlformats.org/markup-compatibility/2006" xmlns:hp="http://schemas.haansoft.com/office/presentation/8.0" lang="en-US" altLang="ko-KR" sz="2500" b="0" i="0" u="none" strike="noStrike" baseline="0" mc:Ignorable="hp" hp:hslEmbossed="0">
              <a:latin typeface="맑은 고딕"/>
              <a:ea typeface="맑은 고딕"/>
              <a:cs typeface="맑은 고딕"/>
            </a:endParaRPr>
          </a:p>
          <a:p>
            <a:pPr lvl="0">
              <a:defRPr/>
            </a:pPr>
            <a:r>
              <a:rPr xmlns:mc="http://schemas.openxmlformats.org/markup-compatibility/2006" xmlns:hp="http://schemas.haansoft.com/office/presentation/8.0" lang="ko-KR" altLang="en-US" sz="25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신청 한 경기 중 승인 된 비율 확인</a:t>
            </a:r>
            <a:endParaRPr xmlns:mc="http://schemas.openxmlformats.org/markup-compatibility/2006" xmlns:hp="http://schemas.haansoft.com/office/presentation/8.0" lang="ko-KR" altLang="en-US" sz="2500" b="0" i="0" u="none" strike="noStrike" baseline="0" mc:Ignorable="hp" hp:hslEmbossed="0"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9608184" y="1714500"/>
            <a:ext cx="504191" cy="504191"/>
          </a:xfrm>
          <a:prstGeom prst="rect">
            <a:avLst/>
          </a:prstGeom>
        </p:spPr>
      </p:pic>
      <p:pic>
        <p:nvPicPr>
          <p:cNvPr id="47" name="그림 46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1449757" y="1087962"/>
            <a:ext cx="6398843" cy="8111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1848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300">
        <p:push dir="u"/>
      </p:transition>
    </mc:Choice>
    <mc:Fallback>
      <p:transition xmlns:mc="http://schemas.openxmlformats.org/markup-compatibility/2006" xmlns:hp="http://schemas.haansoft.com/office/presentation/8.0" mc:Ignorable="hp" hp:hslDur="300">
        <p:fade/>
      </p:transition>
    </mc:Fallback>
  </mc:AlternateContent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71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57200" y="431800"/>
            <a:ext cx="8483600" cy="9423400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448800" y="431800"/>
            <a:ext cx="8483600" cy="9423400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448800" y="431800"/>
            <a:ext cx="8483600" cy="901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98171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01854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0541000" y="774700"/>
            <a:ext cx="2286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11493500" y="660400"/>
            <a:ext cx="4191000" cy="4445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1645900" y="749300"/>
            <a:ext cx="38735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ko-KR" altLang="en-US" sz="3000" b="0" i="0" u="none" strike="noStrike">
                <a:solidFill>
                  <a:srgbClr val="ffffff"/>
                </a:solidFill>
                <a:latin typeface="맑은 고딕"/>
              </a:rPr>
              <a:t>변경사항</a:t>
            </a:r>
            <a:endParaRPr lang="ko-KR" altLang="en-US" sz="3000" b="0" i="0" u="none" strike="noStrike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363200" y="1790700"/>
            <a:ext cx="7467600" cy="5334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defRPr/>
            </a:pPr>
            <a:r>
              <a:rPr xmlns:mc="http://schemas.openxmlformats.org/markup-compatibility/2006" xmlns:hp="http://schemas.haansoft.com/office/presentation/8.0" lang="ko-KR" altLang="en-US" sz="25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커뮤니티 내 검색 기능 및 페이징 기능 추가</a:t>
            </a:r>
            <a:endParaRPr xmlns:mc="http://schemas.openxmlformats.org/markup-compatibility/2006" xmlns:hp="http://schemas.haansoft.com/office/presentation/8.0" lang="ko-KR" altLang="en-US" sz="2500" b="0" i="0" u="none" strike="noStrike" baseline="0" mc:Ignorable="hp" hp:hslEmbossed="0"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9608184" y="1714500"/>
            <a:ext cx="504191" cy="504191"/>
          </a:xfrm>
          <a:prstGeom prst="rect">
            <a:avLst/>
          </a:prstGeom>
        </p:spPr>
      </p:pic>
      <p:pic>
        <p:nvPicPr>
          <p:cNvPr id="50" name="그림 49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952500" y="571500"/>
            <a:ext cx="5143500" cy="2400300"/>
          </a:xfrm>
          <a:prstGeom prst="rect">
            <a:avLst/>
          </a:prstGeom>
        </p:spPr>
      </p:pic>
      <p:pic>
        <p:nvPicPr>
          <p:cNvPr id="51" name="그림 50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3665220" y="541020"/>
            <a:ext cx="5021580" cy="2240280"/>
          </a:xfrm>
          <a:prstGeom prst="rect">
            <a:avLst/>
          </a:prstGeom>
        </p:spPr>
      </p:pic>
      <p:pic>
        <p:nvPicPr>
          <p:cNvPr id="52" name="그림 51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1541834" y="4762500"/>
            <a:ext cx="6382965" cy="4838699"/>
          </a:xfrm>
          <a:prstGeom prst="rect">
            <a:avLst/>
          </a:prstGeom>
        </p:spPr>
      </p:pic>
      <p:pic>
        <p:nvPicPr>
          <p:cNvPr id="53" name="그림 52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1600200" y="3238500"/>
            <a:ext cx="6339840" cy="1181100"/>
          </a:xfrm>
          <a:prstGeom prst="rect">
            <a:avLst/>
          </a:prstGeom>
        </p:spPr>
      </p:pic>
      <p:sp>
        <p:nvSpPr>
          <p:cNvPr id="54" name="TextBox 13"/>
          <p:cNvSpPr txBox="1"/>
          <p:nvPr/>
        </p:nvSpPr>
        <p:spPr>
          <a:xfrm>
            <a:off x="10363200" y="2628900"/>
            <a:ext cx="7467600" cy="5334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defRPr/>
            </a:pPr>
            <a:r>
              <a:rPr xmlns:mc="http://schemas.openxmlformats.org/markup-compatibility/2006" xmlns:hp="http://schemas.haansoft.com/office/presentation/8.0" lang="ko-KR" altLang="en-US" sz="25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댓글</a:t>
            </a:r>
            <a:r>
              <a:rPr xmlns:mc="http://schemas.openxmlformats.org/markup-compatibility/2006" xmlns:hp="http://schemas.haansoft.com/office/presentation/8.0" lang="en-US" altLang="ko-KR" sz="25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,</a:t>
            </a:r>
            <a:r>
              <a:rPr xmlns:mc="http://schemas.openxmlformats.org/markup-compatibility/2006" xmlns:hp="http://schemas.haansoft.com/office/presentation/8.0" lang="ko-KR" altLang="en-US" sz="25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 대댓글 생성 시 알림</a:t>
            </a:r>
            <a:endParaRPr xmlns:mc="http://schemas.openxmlformats.org/markup-compatibility/2006" xmlns:hp="http://schemas.haansoft.com/office/presentation/8.0" lang="ko-KR" altLang="en-US" sz="2500" b="0" i="0" u="none" strike="noStrike" baseline="0" mc:Ignorable="hp" hp:hslEmbossed="0"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55" name="그림 54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9608184" y="2552700"/>
            <a:ext cx="504191" cy="504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51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300">
        <p:push dir="u"/>
      </p:transition>
    </mc:Choice>
    <mc:Fallback>
      <p:transition xmlns:mc="http://schemas.openxmlformats.org/markup-compatibility/2006" xmlns:hp="http://schemas.haansoft.com/office/presentation/8.0" mc:Ignorable="hp" hp:hslDur="300">
        <p:fade/>
      </p:transition>
    </mc:Fallback>
  </mc:AlternateContent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71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57200" y="431800"/>
            <a:ext cx="8483600" cy="9423400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448800" y="431800"/>
            <a:ext cx="8483600" cy="9423400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448800" y="431800"/>
            <a:ext cx="8483600" cy="901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98171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01854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0541000" y="774700"/>
            <a:ext cx="2286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11493500" y="660400"/>
            <a:ext cx="4191000" cy="4445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1645900" y="749300"/>
            <a:ext cx="38735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ko-KR" altLang="en-US" sz="3000" b="0" i="0" u="none" strike="noStrike">
                <a:solidFill>
                  <a:srgbClr val="ffffff"/>
                </a:solidFill>
                <a:latin typeface="맑은 고딕"/>
              </a:rPr>
              <a:t>변경사항</a:t>
            </a:r>
            <a:endParaRPr lang="ko-KR" altLang="en-US" sz="3000" b="0" i="0" u="none" strike="noStrike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363200" y="1790700"/>
            <a:ext cx="7467600" cy="5334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defRPr/>
            </a:pPr>
            <a:r>
              <a:rPr xmlns:mc="http://schemas.openxmlformats.org/markup-compatibility/2006" xmlns:hp="http://schemas.haansoft.com/office/presentation/8.0" lang="ko-KR" altLang="en-US" sz="25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채팅방 내 친구 초대 기능 활성화</a:t>
            </a:r>
            <a:endParaRPr xmlns:mc="http://schemas.openxmlformats.org/markup-compatibility/2006" xmlns:hp="http://schemas.haansoft.com/office/presentation/8.0" lang="ko-KR" altLang="en-US" sz="2500" b="0" i="0" u="none" strike="noStrike" baseline="0" mc:Ignorable="hp" hp:hslEmbossed="0"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9608184" y="1714500"/>
            <a:ext cx="504191" cy="504191"/>
          </a:xfrm>
          <a:prstGeom prst="rect">
            <a:avLst/>
          </a:prstGeom>
        </p:spPr>
      </p:pic>
      <p:sp>
        <p:nvSpPr>
          <p:cNvPr id="54" name="TextBox 13"/>
          <p:cNvSpPr txBox="1"/>
          <p:nvPr/>
        </p:nvSpPr>
        <p:spPr>
          <a:xfrm>
            <a:off x="10363200" y="2628900"/>
            <a:ext cx="7467600" cy="5334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defRPr/>
            </a:pPr>
            <a:r>
              <a:rPr xmlns:mc="http://schemas.openxmlformats.org/markup-compatibility/2006" xmlns:hp="http://schemas.haansoft.com/office/presentation/8.0" lang="ko-KR" altLang="en-US" sz="25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새로운 채팅방 초대 및 새 채팅 있는 경우 알림</a:t>
            </a:r>
            <a:endParaRPr xmlns:mc="http://schemas.openxmlformats.org/markup-compatibility/2006" xmlns:hp="http://schemas.haansoft.com/office/presentation/8.0" lang="ko-KR" altLang="en-US" sz="2500" b="0" i="0" u="none" strike="noStrike" baseline="0" mc:Ignorable="hp" hp:hslEmbossed="0"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55" name="그림 54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9608184" y="2552700"/>
            <a:ext cx="504191" cy="504191"/>
          </a:xfrm>
          <a:prstGeom prst="rect">
            <a:avLst/>
          </a:prstGeom>
        </p:spPr>
      </p:pic>
      <p:pic>
        <p:nvPicPr>
          <p:cNvPr id="57" name="그림 56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2604136" y="760428"/>
            <a:ext cx="4177664" cy="4840272"/>
          </a:xfrm>
          <a:prstGeom prst="rect">
            <a:avLst/>
          </a:prstGeom>
        </p:spPr>
      </p:pic>
      <p:pic>
        <p:nvPicPr>
          <p:cNvPr id="58" name="그림 57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1828800" y="5981700"/>
            <a:ext cx="5638800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3990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300">
        <p:push dir="u"/>
      </p:transition>
    </mc:Choice>
    <mc:Fallback>
      <p:transition xmlns:mc="http://schemas.openxmlformats.org/markup-compatibility/2006" xmlns:hp="http://schemas.haansoft.com/office/presentation/8.0" mc:Ignorable="hp" hp:hslDur="300">
        <p:fade/>
      </p:transition>
    </mc:Fallback>
  </mc:AlternateContent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71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57200" y="431800"/>
            <a:ext cx="8483600" cy="9423400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448800" y="431800"/>
            <a:ext cx="8483600" cy="9423400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448800" y="431800"/>
            <a:ext cx="8483600" cy="901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98171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01854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0541000" y="774700"/>
            <a:ext cx="2286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11493500" y="660400"/>
            <a:ext cx="4191000" cy="4445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1645900" y="749300"/>
            <a:ext cx="38735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ko-KR" altLang="en-US" sz="3000" b="0" i="0" u="none" strike="noStrike">
                <a:solidFill>
                  <a:srgbClr val="ffffff"/>
                </a:solidFill>
                <a:latin typeface="맑은 고딕"/>
              </a:rPr>
              <a:t>변경사항</a:t>
            </a:r>
            <a:endParaRPr lang="ko-KR" altLang="en-US" sz="3000" b="0" i="0" u="none" strike="noStrike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363200" y="1790700"/>
            <a:ext cx="7467600" cy="5334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defRPr/>
            </a:pPr>
            <a:r>
              <a:rPr xmlns:mc="http://schemas.openxmlformats.org/markup-compatibility/2006" xmlns:hp="http://schemas.haansoft.com/office/presentation/8.0" lang="ko-KR" altLang="en-US" sz="25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채팅방 참여 목록 내 기능 추가</a:t>
            </a:r>
            <a:endParaRPr xmlns:mc="http://schemas.openxmlformats.org/markup-compatibility/2006" xmlns:hp="http://schemas.haansoft.com/office/presentation/8.0" lang="ko-KR" altLang="en-US" sz="2500" b="0" i="0" u="none" strike="noStrike" baseline="0" mc:Ignorable="hp" hp:hslEmbossed="0"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9608184" y="1714500"/>
            <a:ext cx="504191" cy="504191"/>
          </a:xfrm>
          <a:prstGeom prst="rect">
            <a:avLst/>
          </a:prstGeom>
        </p:spPr>
      </p:pic>
      <p:sp>
        <p:nvSpPr>
          <p:cNvPr id="54" name="TextBox 13"/>
          <p:cNvSpPr txBox="1"/>
          <p:nvPr/>
        </p:nvSpPr>
        <p:spPr>
          <a:xfrm>
            <a:off x="10363200" y="2628900"/>
            <a:ext cx="7467600" cy="5334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defRPr/>
            </a:pPr>
            <a:r>
              <a:rPr xmlns:mc="http://schemas.openxmlformats.org/markup-compatibility/2006" xmlns:hp="http://schemas.haansoft.com/office/presentation/8.0" lang="en-US" altLang="ko-KR" sz="25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1:1 </a:t>
            </a:r>
            <a:r>
              <a:rPr xmlns:mc="http://schemas.openxmlformats.org/markup-compatibility/2006" xmlns:hp="http://schemas.haansoft.com/office/presentation/8.0" lang="ko-KR" altLang="en-US" sz="25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채팅하기 기능 및 친구요청 기능 추가</a:t>
            </a:r>
            <a:endParaRPr xmlns:mc="http://schemas.openxmlformats.org/markup-compatibility/2006" xmlns:hp="http://schemas.haansoft.com/office/presentation/8.0" lang="ko-KR" altLang="en-US" sz="2500" b="0" i="0" u="none" strike="noStrike" baseline="0" mc:Ignorable="hp" hp:hslEmbossed="0"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55" name="그림 54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9608184" y="2552700"/>
            <a:ext cx="504191" cy="504191"/>
          </a:xfrm>
          <a:prstGeom prst="rect">
            <a:avLst/>
          </a:prstGeom>
        </p:spPr>
      </p:pic>
      <p:pic>
        <p:nvPicPr>
          <p:cNvPr id="60" name="그림 59"/>
          <p:cNvPicPr>
            <a:picLocks noChangeAspect="1"/>
          </p:cNvPicPr>
          <p:nvPr/>
        </p:nvPicPr>
        <p:blipFill rotWithShape="1">
          <a:blip r:embed="rId12"/>
          <a:srcRect l="29112" r="30679" b="45575"/>
          <a:stretch>
            <a:fillRect/>
          </a:stretch>
        </p:blipFill>
        <p:spPr>
          <a:xfrm>
            <a:off x="1752600" y="5143500"/>
            <a:ext cx="5867400" cy="1874520"/>
          </a:xfrm>
          <a:prstGeom prst="rect">
            <a:avLst/>
          </a:prstGeom>
        </p:spPr>
      </p:pic>
      <p:pic>
        <p:nvPicPr>
          <p:cNvPr id="61" name="그림 60"/>
          <p:cNvPicPr>
            <a:picLocks noChangeAspect="1"/>
          </p:cNvPicPr>
          <p:nvPr/>
        </p:nvPicPr>
        <p:blipFill rotWithShape="1">
          <a:blip r:embed="rId13"/>
          <a:srcRect l="30207" r="28988" b="35294"/>
          <a:stretch>
            <a:fillRect/>
          </a:stretch>
        </p:blipFill>
        <p:spPr>
          <a:xfrm>
            <a:off x="1828800" y="7315200"/>
            <a:ext cx="5867400" cy="2095500"/>
          </a:xfrm>
          <a:prstGeom prst="rect">
            <a:avLst/>
          </a:prstGeom>
        </p:spPr>
      </p:pic>
      <p:pic>
        <p:nvPicPr>
          <p:cNvPr id="62" name="그림 61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2286000" y="647700"/>
            <a:ext cx="4789820" cy="4246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2193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300">
        <p:push dir="u"/>
      </p:transition>
    </mc:Choice>
    <mc:Fallback>
      <p:transition xmlns:mc="http://schemas.openxmlformats.org/markup-compatibility/2006" xmlns:hp="http://schemas.haansoft.com/office/presentation/8.0" mc:Ignorable="hp" hp:hslDur="300">
        <p:fade/>
      </p:transition>
    </mc:Fallback>
  </mc:AlternateContent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71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57200" y="431800"/>
            <a:ext cx="8483600" cy="9423400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448800" y="431800"/>
            <a:ext cx="8483600" cy="9423400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448800" y="431800"/>
            <a:ext cx="8483600" cy="901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98171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01854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0541000" y="774700"/>
            <a:ext cx="2286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11493500" y="660400"/>
            <a:ext cx="4191000" cy="4445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1645900" y="749300"/>
            <a:ext cx="38735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ko-KR" altLang="en-US" sz="3000" b="0" i="0" u="none" strike="noStrike">
                <a:solidFill>
                  <a:srgbClr val="ffffff"/>
                </a:solidFill>
                <a:latin typeface="맑은 고딕"/>
              </a:rPr>
              <a:t>변경사항</a:t>
            </a:r>
            <a:endParaRPr lang="ko-KR" altLang="en-US" sz="3000" b="0" i="0" u="none" strike="noStrike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363200" y="1790700"/>
            <a:ext cx="7467600" cy="5334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defRPr/>
            </a:pPr>
            <a:r>
              <a:rPr xmlns:mc="http://schemas.openxmlformats.org/markup-compatibility/2006" xmlns:hp="http://schemas.haansoft.com/office/presentation/8.0" lang="ko-KR" altLang="en-US" sz="25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채팅방 참여 목록 내 기능 추가</a:t>
            </a:r>
            <a:endParaRPr xmlns:mc="http://schemas.openxmlformats.org/markup-compatibility/2006" xmlns:hp="http://schemas.haansoft.com/office/presentation/8.0" lang="ko-KR" altLang="en-US" sz="2500" b="0" i="0" u="none" strike="noStrike" baseline="0" mc:Ignorable="hp" hp:hslEmbossed="0"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9608184" y="1714500"/>
            <a:ext cx="504191" cy="504191"/>
          </a:xfrm>
          <a:prstGeom prst="rect">
            <a:avLst/>
          </a:prstGeom>
        </p:spPr>
      </p:pic>
      <p:sp>
        <p:nvSpPr>
          <p:cNvPr id="54" name="TextBox 13"/>
          <p:cNvSpPr txBox="1"/>
          <p:nvPr/>
        </p:nvSpPr>
        <p:spPr>
          <a:xfrm>
            <a:off x="10363200" y="2628900"/>
            <a:ext cx="7467600" cy="5334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defRPr/>
            </a:pPr>
            <a:r>
              <a:rPr xmlns:mc="http://schemas.openxmlformats.org/markup-compatibility/2006" xmlns:hp="http://schemas.haansoft.com/office/presentation/8.0" lang="en-US" altLang="ko-KR" sz="25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1:1 </a:t>
            </a:r>
            <a:r>
              <a:rPr xmlns:mc="http://schemas.openxmlformats.org/markup-compatibility/2006" xmlns:hp="http://schemas.haansoft.com/office/presentation/8.0" lang="ko-KR" altLang="en-US" sz="25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채팅하기 기능 및 친구요청 기능 추가</a:t>
            </a:r>
            <a:endParaRPr xmlns:mc="http://schemas.openxmlformats.org/markup-compatibility/2006" xmlns:hp="http://schemas.haansoft.com/office/presentation/8.0" lang="ko-KR" altLang="en-US" sz="2500" b="0" i="0" u="none" strike="noStrike" baseline="0" mc:Ignorable="hp" hp:hslEmbossed="0"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55" name="그림 54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9608184" y="2552700"/>
            <a:ext cx="504191" cy="504191"/>
          </a:xfrm>
          <a:prstGeom prst="rect">
            <a:avLst/>
          </a:prstGeom>
        </p:spPr>
      </p:pic>
      <p:pic>
        <p:nvPicPr>
          <p:cNvPr id="63" name="그림 62"/>
          <p:cNvPicPr>
            <a:picLocks noChangeAspect="1"/>
          </p:cNvPicPr>
          <p:nvPr/>
        </p:nvPicPr>
        <p:blipFill rotWithShape="1">
          <a:blip r:embed="rId12"/>
          <a:srcRect r="61757"/>
          <a:stretch>
            <a:fillRect/>
          </a:stretch>
        </p:blipFill>
        <p:spPr>
          <a:xfrm>
            <a:off x="1066800" y="1104900"/>
            <a:ext cx="6941159" cy="2673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0574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300">
        <p:push dir="u"/>
      </p:transition>
    </mc:Choice>
    <mc:Fallback>
      <p:transition xmlns:mc="http://schemas.openxmlformats.org/markup-compatibility/2006" xmlns:hp="http://schemas.haansoft.com/office/presentation/8.0" mc:Ignorable="hp" hp:hslDur="300">
        <p:fade/>
      </p:transition>
    </mc:Fallback>
  </mc:AlternateContent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71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"/>
          <p:cNvGrpSpPr/>
          <p:nvPr/>
        </p:nvGrpSpPr>
        <p:grpSpPr>
          <a:xfrm rot="0">
            <a:off x="463549" y="431800"/>
            <a:ext cx="17360900" cy="9423400"/>
            <a:chOff x="457200" y="431800"/>
            <a:chExt cx="17360900" cy="9423400"/>
          </a:xfrm>
        </p:grpSpPr>
        <p:pic>
          <p:nvPicPr>
            <p:cNvPr id="2" name="Picture 2"/>
            <p:cNvPicPr>
              <a:picLocks noChangeAspect="1"/>
            </p:cNvPicPr>
            <p:nvPr/>
          </p:nvPicPr>
          <p:blipFill rotWithShape="1">
            <a:blip r:embed="rId2">
              <a:lum/>
            </a:blip>
            <a:stretch>
              <a:fillRect/>
            </a:stretch>
          </p:blipFill>
          <p:spPr>
            <a:xfrm>
              <a:off x="457200" y="431800"/>
              <a:ext cx="17360900" cy="9423400"/>
            </a:xfrm>
            <a:prstGeom prst="rect">
              <a:avLst/>
            </a:prstGeom>
            <a:effectLst>
              <a:outerShdw blurRad="1106733" dist="362644" dir="4020000">
                <a:srgbClr val="000000">
                  <a:alpha val="50000"/>
                </a:srgbClr>
              </a:outerShdw>
            </a:effectLst>
          </p:spPr>
        </p:pic>
        <p:pic>
          <p:nvPicPr>
            <p:cNvPr id="3" name="Picture 3"/>
            <p:cNvPicPr>
              <a:picLocks noChangeAspect="1"/>
            </p:cNvPicPr>
            <p:nvPr/>
          </p:nvPicPr>
          <p:blipFill rotWithShape="1">
            <a:blip r:embed="rId3">
              <a:lum/>
            </a:blip>
            <a:stretch>
              <a:fillRect/>
            </a:stretch>
          </p:blipFill>
          <p:spPr>
            <a:xfrm>
              <a:off x="457200" y="431800"/>
              <a:ext cx="17360900" cy="901700"/>
            </a:xfrm>
            <a:prstGeom prst="rect">
              <a:avLst/>
            </a:prstGeom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 rotWithShape="1">
            <a:blip r:embed="rId4">
              <a:lum/>
            </a:blip>
            <a:stretch>
              <a:fillRect/>
            </a:stretch>
          </p:blipFill>
          <p:spPr>
            <a:xfrm>
              <a:off x="5499100" y="660400"/>
              <a:ext cx="7289800" cy="444500"/>
            </a:xfrm>
            <a:prstGeom prst="rect">
              <a:avLst/>
            </a:prstGeom>
          </p:spPr>
        </p:pic>
      </p:grpSp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6845300" y="698500"/>
            <a:ext cx="45974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ko-KR" altLang="en-US" sz="3000" b="0" i="0" u="none" strike="noStrike">
                <a:solidFill>
                  <a:srgbClr val="ffffff"/>
                </a:solidFill>
                <a:latin typeface="맑은 고딕"/>
              </a:rPr>
              <a:t>진행 현황</a:t>
            </a:r>
            <a:endParaRPr lang="ko-KR" altLang="en-US" sz="3000" b="0" i="0" u="none" strike="noStrike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4972050" y="3223260"/>
            <a:ext cx="8343900" cy="42062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lvl="0" algn="l">
              <a:defRPr/>
            </a:pPr>
            <a:r>
              <a:rPr xmlns:mc="http://schemas.openxmlformats.org/markup-compatibility/2006" xmlns:hp="http://schemas.haansoft.com/office/presentation/8.0" lang="en-US" altLang="ko-KR" sz="3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1.</a:t>
            </a:r>
            <a:r>
              <a:rPr xmlns:mc="http://schemas.openxmlformats.org/markup-compatibility/2006" xmlns:hp="http://schemas.haansoft.com/office/presentation/8.0" lang="ko-KR" altLang="en-US" sz="3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xmlns:mc="http://schemas.openxmlformats.org/markup-compatibility/2006" xmlns:hp="http://schemas.haansoft.com/office/presentation/8.0" sz="3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핵심 기능 개발 완료</a:t>
            </a:r>
            <a:endParaRPr xmlns:mc="http://schemas.openxmlformats.org/markup-compatibility/2006" xmlns:hp="http://schemas.haansoft.com/office/presentation/8.0" sz="3000" b="0" i="0" strike="noStrike" mc:Ignorable="hp" hp:hslEmbossed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3000" b="0" i="0" strike="noStrike" mc:Ignorable="hp" hp:hslEmbossed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lang="en-US" altLang="ko-KR" sz="3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2.</a:t>
            </a:r>
            <a:r>
              <a:rPr xmlns:mc="http://schemas.openxmlformats.org/markup-compatibility/2006" xmlns:hp="http://schemas.haansoft.com/office/presentation/8.0" lang="ko-KR" altLang="en-US" sz="3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xmlns:mc="http://schemas.openxmlformats.org/markup-compatibility/2006" xmlns:hp="http://schemas.haansoft.com/office/presentation/8.0" sz="3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프론트엔드 UI·UX 수정</a:t>
            </a:r>
            <a:r>
              <a:rPr xmlns:mc="http://schemas.openxmlformats.org/markup-compatibility/2006" xmlns:hp="http://schemas.haansoft.com/office/presentation/8.0" lang="ko-KR" altLang="en-US" sz="3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중</a:t>
            </a:r>
            <a:endParaRPr xmlns:mc="http://schemas.openxmlformats.org/markup-compatibility/2006" xmlns:hp="http://schemas.haansoft.com/office/presentation/8.0" lang="ko-KR" altLang="en-US" sz="3000" b="0" i="0" strike="noStrike" mc:Ignorable="hp" hp:hslEmbossed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lang="en-US" altLang="ko-KR" sz="3000" b="0" i="0" strike="noStrike" mc:Ignorable="hp" hp:hslEmbossed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lang="en-US" altLang="ko-KR" sz="3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3.</a:t>
            </a:r>
            <a:r>
              <a:rPr xmlns:mc="http://schemas.openxmlformats.org/markup-compatibility/2006" xmlns:hp="http://schemas.haansoft.com/office/presentation/8.0" lang="ko-KR" altLang="en-US" sz="3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xmlns:mc="http://schemas.openxmlformats.org/markup-compatibility/2006" xmlns:hp="http://schemas.haansoft.com/office/presentation/8.0" sz="3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전체 기능 통합 테스트 진행 중</a:t>
            </a:r>
            <a:endParaRPr xmlns:mc="http://schemas.openxmlformats.org/markup-compatibility/2006" xmlns:hp="http://schemas.haansoft.com/office/presentation/8.0" sz="3000" b="0" i="0" strike="noStrike" mc:Ignorable="hp" hp:hslEmbossed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lang="en-US" altLang="ko-KR" sz="3000" b="0" i="0" strike="noStrike" mc:Ignorable="hp" hp:hslEmbossed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lang="en-US" altLang="ko-KR" sz="3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4.</a:t>
            </a:r>
            <a:r>
              <a:rPr xmlns:mc="http://schemas.openxmlformats.org/markup-compatibility/2006" xmlns:hp="http://schemas.haansoft.com/office/presentation/8.0" lang="ko-KR" altLang="en-US" sz="3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도메인 구매 후 </a:t>
            </a:r>
            <a:r>
              <a:rPr xmlns:mc="http://schemas.openxmlformats.org/markup-compatibility/2006" xmlns:hp="http://schemas.haansoft.com/office/presentation/8.0" sz="3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배포 예정</a:t>
            </a:r>
            <a:endParaRPr xmlns:mc="http://schemas.openxmlformats.org/markup-compatibility/2006" xmlns:hp="http://schemas.haansoft.com/office/presentation/8.0" sz="3000" b="0" i="0" strike="noStrike" mc:Ignorable="hp" hp:hslEmbossed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lang="en-US" altLang="ko-KR" sz="3000" b="0" i="0" strike="noStrike" mc:Ignorable="hp" hp:hslEmbossed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lang="en-US" altLang="ko-KR" sz="3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5.</a:t>
            </a:r>
            <a:r>
              <a:rPr xmlns:mc="http://schemas.openxmlformats.org/markup-compatibility/2006" xmlns:hp="http://schemas.haansoft.com/office/presentation/8.0" lang="ko-KR" altLang="en-US" sz="3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xmlns:mc="http://schemas.openxmlformats.org/markup-compatibility/2006" xmlns:hp="http://schemas.haansoft.com/office/presentation/8.0" sz="3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최종 발표 자료(스크립트·시연 영상·PPT) 준비</a:t>
            </a:r>
            <a:endParaRPr xmlns:mc="http://schemas.openxmlformats.org/markup-compatibility/2006" xmlns:hp="http://schemas.haansoft.com/office/presentation/8.0" sz="3000" b="0" i="0" strike="noStrike" mc:Ignorable="hp" hp:hslEmbossed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3359428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300">
        <p:push dir="u"/>
      </p:transition>
    </mc:Choice>
    <mc:Fallback>
      <p:transition xmlns:mc="http://schemas.openxmlformats.org/markup-compatibility/2006" xmlns:hp="http://schemas.haansoft.com/office/presentation/8.0" mc:Ignorable="hp" hp:hslDur="300">
        <p:fade/>
      </p:transition>
    </mc:Fallback>
  </mc:AlternateContent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71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"/>
          <p:cNvGrpSpPr/>
          <p:nvPr/>
        </p:nvGrpSpPr>
        <p:grpSpPr>
          <a:xfrm rot="0">
            <a:off x="463549" y="431800"/>
            <a:ext cx="17360900" cy="9423400"/>
            <a:chOff x="457200" y="431800"/>
            <a:chExt cx="17360900" cy="9423400"/>
          </a:xfrm>
        </p:grpSpPr>
        <p:pic>
          <p:nvPicPr>
            <p:cNvPr id="2" name="Picture 2"/>
            <p:cNvPicPr>
              <a:picLocks noChangeAspect="1"/>
            </p:cNvPicPr>
            <p:nvPr/>
          </p:nvPicPr>
          <p:blipFill rotWithShape="1">
            <a:blip r:embed="rId3">
              <a:lum/>
            </a:blip>
            <a:stretch>
              <a:fillRect/>
            </a:stretch>
          </p:blipFill>
          <p:spPr>
            <a:xfrm>
              <a:off x="457200" y="431800"/>
              <a:ext cx="17360900" cy="9423400"/>
            </a:xfrm>
            <a:prstGeom prst="rect">
              <a:avLst/>
            </a:prstGeom>
            <a:effectLst>
              <a:outerShdw blurRad="1106733" dist="362644" dir="4020000">
                <a:srgbClr val="000000">
                  <a:alpha val="50000"/>
                </a:srgbClr>
              </a:outerShdw>
            </a:effectLst>
          </p:spPr>
        </p:pic>
        <p:pic>
          <p:nvPicPr>
            <p:cNvPr id="3" name="Picture 3"/>
            <p:cNvPicPr>
              <a:picLocks noChangeAspect="1"/>
            </p:cNvPicPr>
            <p:nvPr/>
          </p:nvPicPr>
          <p:blipFill rotWithShape="1">
            <a:blip r:embed="rId4">
              <a:lum/>
            </a:blip>
            <a:stretch>
              <a:fillRect/>
            </a:stretch>
          </p:blipFill>
          <p:spPr>
            <a:xfrm>
              <a:off x="457200" y="431800"/>
              <a:ext cx="17360900" cy="901700"/>
            </a:xfrm>
            <a:prstGeom prst="rect">
              <a:avLst/>
            </a:prstGeom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 rotWithShape="1">
            <a:blip r:embed="rId5">
              <a:lum/>
            </a:blip>
            <a:stretch>
              <a:fillRect/>
            </a:stretch>
          </p:blipFill>
          <p:spPr>
            <a:xfrm>
              <a:off x="5499100" y="660400"/>
              <a:ext cx="7289800" cy="444500"/>
            </a:xfrm>
            <a:prstGeom prst="rect">
              <a:avLst/>
            </a:prstGeom>
          </p:spPr>
        </p:pic>
      </p:grpSp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6845300" y="698500"/>
            <a:ext cx="45974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ko-KR" altLang="en-US" sz="3000" b="0" i="0" u="none" strike="noStrike">
                <a:solidFill>
                  <a:srgbClr val="ffffff"/>
                </a:solidFill>
                <a:latin typeface="맑은 고딕"/>
              </a:rPr>
              <a:t>시연</a:t>
            </a:r>
            <a:endParaRPr lang="ko-KR" altLang="en-US" sz="3000" b="0" i="0" u="none" strike="noStrike">
              <a:solidFill>
                <a:srgbClr val="ffffff"/>
              </a:solidFill>
              <a:latin typeface="맑은 고딕"/>
            </a:endParaRPr>
          </a:p>
        </p:txBody>
      </p:sp>
      <p:pic>
        <p:nvPicPr>
          <p:cNvPr id="49" name="그림 48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1828800" y="1714500"/>
            <a:ext cx="14630400" cy="777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7688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300">
        <p:push dir="u"/>
      </p:transition>
    </mc:Choice>
    <mc:Fallback>
      <p:transition xmlns:mc="http://schemas.openxmlformats.org/markup-compatibility/2006" xmlns:hp="http://schemas.haansoft.com/office/presentation/8.0" mc:Ignorable="hp" hp:hslDur="300">
        <p:fade/>
      </p:transition>
    </mc:Fallback>
  </mc:AlternateContent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71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/>
          <p:nvPr/>
        </p:nvPicPr>
        <p:blipFill rotWithShape="1">
          <a:blip/>
          <a:stretch>
            <a:fillRect/>
          </a:stretch>
        </p:blipFill>
        <p:spPr>
          <a:xfrm>
            <a:off x="457200" y="800100"/>
            <a:ext cx="17361010" cy="9029249"/>
          </a:xfrm>
          <a:prstGeom prst="rect">
            <a:avLst/>
          </a:prstGeom>
          <a:solidFill>
            <a:schemeClr val="lt1"/>
          </a:solidFill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69900" y="342900"/>
            <a:ext cx="17360900" cy="901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499100" y="571500"/>
            <a:ext cx="7289800" cy="444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39800" y="6858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308100" y="6858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663700" y="685800"/>
            <a:ext cx="228600" cy="22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7106900" y="647700"/>
            <a:ext cx="228600" cy="2794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6845300" y="609600"/>
            <a:ext cx="45974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en-US" sz="2000" b="0" i="0" u="none" strike="noStrike">
                <a:solidFill>
                  <a:srgbClr val="ffffff"/>
                </a:solidFill>
                <a:latin typeface="맑은 고딕"/>
                <a:ea typeface="맑은 고딕"/>
              </a:rPr>
              <a:t>presentation</a:t>
            </a:r>
            <a:endParaRPr lang="en-US" sz="2000" b="0" i="0" u="none" strike="noStrike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3028950" y="6210300"/>
            <a:ext cx="12230100" cy="8001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en-US" altLang="ko-KR" sz="3400" b="1" i="0" u="none" strike="noStrike">
                <a:solidFill>
                  <a:srgbClr val="494a4e"/>
                </a:solidFill>
                <a:latin typeface="맑은 고딕"/>
              </a:rPr>
              <a:t>Multi_FC | </a:t>
            </a:r>
            <a:r>
              <a:rPr lang="ko-KR" altLang="en-US" sz="3400" b="1" i="0" u="none" strike="noStrike">
                <a:solidFill>
                  <a:srgbClr val="494a4e"/>
                </a:solidFill>
                <a:latin typeface="맑은 고딕"/>
              </a:rPr>
              <a:t>권성민 문진우 박태란 윤승근 최준호 홍예린</a:t>
            </a:r>
            <a:endParaRPr lang="ko-KR" altLang="en-US" sz="3400" b="1" i="0" u="none" strike="noStrike">
              <a:solidFill>
                <a:srgbClr val="494a4e"/>
              </a:solidFill>
              <a:latin typeface="맑은 고딕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971799" y="4229100"/>
            <a:ext cx="12344400" cy="16002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ko-KR" altLang="en-US" sz="9000" b="1" i="0" u="none" strike="noStrike">
                <a:solidFill>
                  <a:srgbClr val="000000"/>
                </a:solidFill>
                <a:latin typeface="맑은 고딕"/>
              </a:rPr>
              <a:t>감사합니다</a:t>
            </a:r>
            <a:endParaRPr lang="ko-KR" altLang="en-US" sz="9000" b="1" i="0" u="none" strike="noStrike">
              <a:solidFill>
                <a:srgbClr val="000000"/>
              </a:solidFill>
              <a:latin typeface="맑은 고딕"/>
            </a:endParaRP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934209" y="2277109"/>
            <a:ext cx="1266191" cy="1266191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1315084" y="5620384"/>
            <a:ext cx="1123316" cy="1123316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9753600" y="7353300"/>
            <a:ext cx="1075691" cy="1075691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4607559" y="8455659"/>
            <a:ext cx="1107441" cy="1107441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14126209" y="8267700"/>
            <a:ext cx="1266191" cy="1266191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6324600" y="2620009"/>
            <a:ext cx="1075691" cy="1075691"/>
          </a:xfrm>
          <a:prstGeom prst="rect">
            <a:avLst/>
          </a:prstGeom>
        </p:spPr>
      </p:pic>
      <p:pic>
        <p:nvPicPr>
          <p:cNvPr id="23" name="그림 22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10896600" y="1714500"/>
            <a:ext cx="1123316" cy="1123316"/>
          </a:xfrm>
          <a:prstGeom prst="rect">
            <a:avLst/>
          </a:prstGeom>
        </p:spPr>
      </p:pic>
      <p:pic>
        <p:nvPicPr>
          <p:cNvPr id="24" name="그림 23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15732759" y="3426459"/>
            <a:ext cx="1107441" cy="11074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300">
        <p:push dir="u"/>
      </p:transition>
    </mc:Choice>
    <mc:Fallback>
      <p:transition xmlns:mc="http://schemas.openxmlformats.org/markup-compatibility/2006" xmlns:hp="http://schemas.haansoft.com/office/presentation/8.0" mc:Ignorable="hp" hp:hslDur="300">
        <p:fade/>
      </p:transition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257</ep:Words>
  <ep:PresentationFormat>On-screen Show (4:3)</ep:PresentationFormat>
  <ep:Paragraphs>73</ep:Paragraphs>
  <ep:Slides>18</ep:Slides>
  <ep:Notes>14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ep:HeadingPairs>
  <ep:TitlesOfParts>
    <vt:vector size="19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2006-08-16T00:00:00.000</dcterms:created>
  <cp:lastModifiedBy>taera</cp:lastModifiedBy>
  <dcterms:modified xsi:type="dcterms:W3CDTF">2025-11-28T06:15:46.249</dcterms:modified>
  <cp:revision>114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